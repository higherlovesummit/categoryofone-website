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embeddedFontLst>
    <p:embeddedFont>
      <p:font typeface="Raleway"/>
      <p:regular r:id="rId14"/>
      <p:bold r:id="rId15"/>
      <p:italic r:id="rId16"/>
      <p:boldItalic r:id="rId17"/>
    </p:embeddedFont>
    <p:embeddedFont>
      <p:font typeface="Cormorant Garamond"/>
      <p:regular r:id="rId18"/>
      <p:bold r:id="rId19"/>
      <p:italic r:id="rId20"/>
      <p:boldItalic r:id="rId21"/>
    </p:embeddedFont>
    <p:embeddedFont>
      <p:font typeface="Manrope"/>
      <p:regular r:id="rId22"/>
      <p:bold r:id="rId23"/>
    </p:embeddedFont>
    <p:embeddedFont>
      <p:font typeface="EB Garamond"/>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ormorantGaramond-italic.fntdata"/><Relationship Id="rId22" Type="http://schemas.openxmlformats.org/officeDocument/2006/relationships/font" Target="fonts/Manrope-regular.fntdata"/><Relationship Id="rId21" Type="http://schemas.openxmlformats.org/officeDocument/2006/relationships/font" Target="fonts/CormorantGaramond-boldItalic.fntdata"/><Relationship Id="rId24" Type="http://schemas.openxmlformats.org/officeDocument/2006/relationships/font" Target="fonts/EBGaramond-regular.fntdata"/><Relationship Id="rId23" Type="http://schemas.openxmlformats.org/officeDocument/2006/relationships/font" Target="fonts/Manrope-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EBGaramond-italic.fntdata"/><Relationship Id="rId25" Type="http://schemas.openxmlformats.org/officeDocument/2006/relationships/font" Target="fonts/EBGaramond-bold.fntdata"/><Relationship Id="rId27" Type="http://schemas.openxmlformats.org/officeDocument/2006/relationships/font" Target="fonts/EBGaramond-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19" Type="http://schemas.openxmlformats.org/officeDocument/2006/relationships/font" Target="fonts/CormorantGaramond-bold.fntdata"/><Relationship Id="rId18" Type="http://schemas.openxmlformats.org/officeDocument/2006/relationships/font" Target="fonts/CormorantGaramon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3"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06cff73a04_0_3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06cff73a04_0_34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d032d0aaf1_0_0:notes"/>
          <p:cNvSpPr/>
          <p:nvPr>
            <p:ph idx="2" type="sldImg"/>
          </p:nvPr>
        </p:nvSpPr>
        <p:spPr>
          <a:xfrm>
            <a:off x="38117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d032d0aa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d032d0aaf1_0_9:notes"/>
          <p:cNvSpPr/>
          <p:nvPr>
            <p:ph idx="2" type="sldImg"/>
          </p:nvPr>
        </p:nvSpPr>
        <p:spPr>
          <a:xfrm>
            <a:off x="38117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d032d0aaf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d032d0aaf1_0_20:notes"/>
          <p:cNvSpPr/>
          <p:nvPr>
            <p:ph idx="2" type="sldImg"/>
          </p:nvPr>
        </p:nvSpPr>
        <p:spPr>
          <a:xfrm>
            <a:off x="38117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d032d0aaf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25386f4036_1_4:notes"/>
          <p:cNvSpPr/>
          <p:nvPr>
            <p:ph idx="2" type="sldImg"/>
          </p:nvPr>
        </p:nvSpPr>
        <p:spPr>
          <a:xfrm>
            <a:off x="38117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25386f4036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2b40636332_0_250:notes"/>
          <p:cNvSpPr/>
          <p:nvPr>
            <p:ph idx="2" type="sldImg"/>
          </p:nvPr>
        </p:nvSpPr>
        <p:spPr>
          <a:xfrm>
            <a:off x="38117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2b40636332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a4b61a181d_0_0:notes"/>
          <p:cNvSpPr/>
          <p:nvPr>
            <p:ph idx="2" type="sldImg"/>
          </p:nvPr>
        </p:nvSpPr>
        <p:spPr>
          <a:xfrm>
            <a:off x="38117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a4b61a18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2243844c6e_0_28:notes"/>
          <p:cNvSpPr/>
          <p:nvPr>
            <p:ph idx="2" type="sldImg"/>
          </p:nvPr>
        </p:nvSpPr>
        <p:spPr>
          <a:xfrm>
            <a:off x="38117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2243844c6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22a201bfd2_0_0:notes"/>
          <p:cNvSpPr/>
          <p:nvPr>
            <p:ph idx="2" type="sldImg"/>
          </p:nvPr>
        </p:nvSpPr>
        <p:spPr>
          <a:xfrm>
            <a:off x="38117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22a201bf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Black + White">
  <p:cSld name="TITLE_4_2">
    <p:bg>
      <p:bgPr>
        <a:solidFill>
          <a:srgbClr val="0E101A"/>
        </a:solidFill>
      </p:bgPr>
    </p:bg>
    <p:spTree>
      <p:nvGrpSpPr>
        <p:cNvPr id="8" name="Shape 8"/>
        <p:cNvGrpSpPr/>
        <p:nvPr/>
      </p:nvGrpSpPr>
      <p:grpSpPr>
        <a:xfrm>
          <a:off x="0" y="0"/>
          <a:ext cx="0" cy="0"/>
          <a:chOff x="0" y="0"/>
          <a:chExt cx="0" cy="0"/>
        </a:xfrm>
      </p:grpSpPr>
      <p:sp>
        <p:nvSpPr>
          <p:cNvPr id="9" name="Google Shape;9;p2"/>
          <p:cNvSpPr txBox="1"/>
          <p:nvPr>
            <p:ph type="title"/>
          </p:nvPr>
        </p:nvSpPr>
        <p:spPr>
          <a:xfrm>
            <a:off x="233650" y="2111040"/>
            <a:ext cx="8555400" cy="571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500"/>
              <a:buFont typeface="Times New Roman"/>
              <a:buNone/>
              <a:defRPr b="0" sz="3500">
                <a:solidFill>
                  <a:schemeClr val="lt1"/>
                </a:solidFill>
                <a:latin typeface="Times New Roman"/>
                <a:ea typeface="Times New Roman"/>
                <a:cs typeface="Times New Roman"/>
                <a:sym typeface="Times New Roman"/>
              </a:defRPr>
            </a:lvl1pPr>
            <a:lvl2pPr lvl="1">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2pPr>
            <a:lvl3pPr lvl="2">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3pPr>
            <a:lvl4pPr lvl="3">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4pPr>
            <a:lvl5pPr lvl="4">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5pPr>
            <a:lvl6pPr lvl="5">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6pPr>
            <a:lvl7pPr lvl="6">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7pPr>
            <a:lvl8pPr lvl="7">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8pPr>
            <a:lvl9pPr lvl="8">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9pPr>
          </a:lstStyle>
          <a:p/>
        </p:txBody>
      </p:sp>
      <p:pic>
        <p:nvPicPr>
          <p:cNvPr id="10" name="Google Shape;10;p2" title="COB_Reverse.png"/>
          <p:cNvPicPr preferRelativeResize="0"/>
          <p:nvPr/>
        </p:nvPicPr>
        <p:blipFill rotWithShape="1">
          <a:blip r:embed="rId2">
            <a:alphaModFix/>
          </a:blip>
          <a:srcRect b="0" l="0" r="10" t="0"/>
          <a:stretch/>
        </p:blipFill>
        <p:spPr>
          <a:xfrm>
            <a:off x="313796" y="424546"/>
            <a:ext cx="1954425" cy="8414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Black + White w/2 Color Logo">
  <p:cSld name="TITLE_4">
    <p:bg>
      <p:bgPr>
        <a:solidFill>
          <a:srgbClr val="0E101A"/>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233650" y="2111040"/>
            <a:ext cx="8555400" cy="571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500"/>
              <a:buFont typeface="Times New Roman"/>
              <a:buNone/>
              <a:defRPr b="0" sz="3500">
                <a:solidFill>
                  <a:schemeClr val="lt1"/>
                </a:solidFill>
                <a:latin typeface="Times New Roman"/>
                <a:ea typeface="Times New Roman"/>
                <a:cs typeface="Times New Roman"/>
                <a:sym typeface="Times New Roman"/>
              </a:defRPr>
            </a:lvl1pPr>
            <a:lvl2pPr lvl="1"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2pPr>
            <a:lvl3pPr lvl="2"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3pPr>
            <a:lvl4pPr lvl="3"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4pPr>
            <a:lvl5pPr lvl="4"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5pPr>
            <a:lvl6pPr lvl="5"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6pPr>
            <a:lvl7pPr lvl="6"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7pPr>
            <a:lvl8pPr lvl="7"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8pPr>
            <a:lvl9pPr lvl="8"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9pPr>
          </a:lstStyle>
          <a:p/>
        </p:txBody>
      </p:sp>
      <p:pic>
        <p:nvPicPr>
          <p:cNvPr id="13" name="Google Shape;13;p3" title="COB_Reverse.png"/>
          <p:cNvPicPr preferRelativeResize="0"/>
          <p:nvPr/>
        </p:nvPicPr>
        <p:blipFill>
          <a:blip r:embed="rId2">
            <a:alphaModFix/>
          </a:blip>
          <a:stretch>
            <a:fillRect/>
          </a:stretch>
        </p:blipFill>
        <p:spPr>
          <a:xfrm>
            <a:off x="313796" y="424546"/>
            <a:ext cx="1954425" cy="8414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1 Column" type="titleOnly">
  <p:cSld name="TITLE_ONLY">
    <p:spTree>
      <p:nvGrpSpPr>
        <p:cNvPr id="14" name="Shape 14"/>
        <p:cNvGrpSpPr/>
        <p:nvPr/>
      </p:nvGrpSpPr>
      <p:grpSpPr>
        <a:xfrm>
          <a:off x="0" y="0"/>
          <a:ext cx="0" cy="0"/>
          <a:chOff x="0" y="0"/>
          <a:chExt cx="0" cy="0"/>
        </a:xfrm>
      </p:grpSpPr>
      <p:sp>
        <p:nvSpPr>
          <p:cNvPr id="15" name="Google Shape;15;p4"/>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500"/>
              <a:buFont typeface="Times New Roman"/>
              <a:buNone/>
              <a:defRPr b="0" sz="2500">
                <a:solidFill>
                  <a:schemeClr val="dk1"/>
                </a:solidFill>
                <a:latin typeface="Times New Roman"/>
                <a:ea typeface="Times New Roman"/>
                <a:cs typeface="Times New Roman"/>
                <a:sym typeface="Times New Roman"/>
              </a:defRPr>
            </a:lvl1pPr>
            <a:lvl2pPr lvl="1" rtl="0">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2pPr>
            <a:lvl3pPr lvl="2" rtl="0">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3pPr>
            <a:lvl4pPr lvl="3" rtl="0">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4pPr>
            <a:lvl5pPr lvl="4" rtl="0">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5pPr>
            <a:lvl6pPr lvl="5" rtl="0">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6pPr>
            <a:lvl7pPr lvl="6" rtl="0">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7pPr>
            <a:lvl8pPr lvl="7" rtl="0">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8pPr>
            <a:lvl9pPr lvl="8" rtl="0">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9pPr>
          </a:lstStyle>
          <a:p/>
        </p:txBody>
      </p:sp>
      <p:sp>
        <p:nvSpPr>
          <p:cNvPr id="16" name="Google Shape;16;p4"/>
          <p:cNvSpPr txBox="1"/>
          <p:nvPr>
            <p:ph idx="1" type="body"/>
          </p:nvPr>
        </p:nvSpPr>
        <p:spPr>
          <a:xfrm>
            <a:off x="233650" y="1266025"/>
            <a:ext cx="8515200" cy="30054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Manrope"/>
              <a:buChar char="●"/>
              <a:defRPr sz="1000">
                <a:latin typeface="Manrope"/>
                <a:ea typeface="Manrope"/>
                <a:cs typeface="Manrope"/>
                <a:sym typeface="Manrope"/>
              </a:defRPr>
            </a:lvl1pPr>
            <a:lvl2pPr indent="-292100" lvl="1" marL="914400" rtl="0">
              <a:spcBef>
                <a:spcPts val="500"/>
              </a:spcBef>
              <a:spcAft>
                <a:spcPts val="0"/>
              </a:spcAft>
              <a:buSzPts val="1000"/>
              <a:buFont typeface="Manrope"/>
              <a:buChar char="○"/>
              <a:defRPr sz="1000">
                <a:latin typeface="Manrope"/>
                <a:ea typeface="Manrope"/>
                <a:cs typeface="Manrope"/>
                <a:sym typeface="Manrope"/>
              </a:defRPr>
            </a:lvl2pPr>
            <a:lvl3pPr indent="-292100" lvl="2" marL="1371600" rtl="0">
              <a:spcBef>
                <a:spcPts val="500"/>
              </a:spcBef>
              <a:spcAft>
                <a:spcPts val="0"/>
              </a:spcAft>
              <a:buSzPts val="1000"/>
              <a:buFont typeface="Manrope"/>
              <a:buChar char="■"/>
              <a:defRPr sz="1000">
                <a:latin typeface="Manrope"/>
                <a:ea typeface="Manrope"/>
                <a:cs typeface="Manrope"/>
                <a:sym typeface="Manrope"/>
              </a:defRPr>
            </a:lvl3pPr>
            <a:lvl4pPr indent="-292100" lvl="3" marL="1828800" rtl="0">
              <a:spcBef>
                <a:spcPts val="500"/>
              </a:spcBef>
              <a:spcAft>
                <a:spcPts val="0"/>
              </a:spcAft>
              <a:buSzPts val="1000"/>
              <a:buFont typeface="Manrope"/>
              <a:buChar char="●"/>
              <a:defRPr sz="1000">
                <a:latin typeface="Manrope"/>
                <a:ea typeface="Manrope"/>
                <a:cs typeface="Manrope"/>
                <a:sym typeface="Manrope"/>
              </a:defRPr>
            </a:lvl4pPr>
            <a:lvl5pPr indent="-292100" lvl="4" marL="2286000" rtl="0">
              <a:spcBef>
                <a:spcPts val="500"/>
              </a:spcBef>
              <a:spcAft>
                <a:spcPts val="0"/>
              </a:spcAft>
              <a:buSzPts val="1000"/>
              <a:buFont typeface="Manrope"/>
              <a:buChar char="○"/>
              <a:defRPr sz="1000">
                <a:latin typeface="Manrope"/>
                <a:ea typeface="Manrope"/>
                <a:cs typeface="Manrope"/>
                <a:sym typeface="Manrope"/>
              </a:defRPr>
            </a:lvl5pPr>
            <a:lvl6pPr indent="-292100" lvl="5" marL="2743200" rtl="0">
              <a:spcBef>
                <a:spcPts val="500"/>
              </a:spcBef>
              <a:spcAft>
                <a:spcPts val="0"/>
              </a:spcAft>
              <a:buSzPts val="1000"/>
              <a:buFont typeface="Manrope"/>
              <a:buChar char="■"/>
              <a:defRPr sz="1000">
                <a:latin typeface="Manrope"/>
                <a:ea typeface="Manrope"/>
                <a:cs typeface="Manrope"/>
                <a:sym typeface="Manrope"/>
              </a:defRPr>
            </a:lvl6pPr>
            <a:lvl7pPr indent="-292100" lvl="6" marL="3200400" rtl="0">
              <a:spcBef>
                <a:spcPts val="500"/>
              </a:spcBef>
              <a:spcAft>
                <a:spcPts val="0"/>
              </a:spcAft>
              <a:buSzPts val="1000"/>
              <a:buFont typeface="Manrope"/>
              <a:buChar char="●"/>
              <a:defRPr sz="1000">
                <a:latin typeface="Manrope"/>
                <a:ea typeface="Manrope"/>
                <a:cs typeface="Manrope"/>
                <a:sym typeface="Manrope"/>
              </a:defRPr>
            </a:lvl7pPr>
            <a:lvl8pPr indent="-292100" lvl="7" marL="3657600" rtl="0">
              <a:spcBef>
                <a:spcPts val="500"/>
              </a:spcBef>
              <a:spcAft>
                <a:spcPts val="0"/>
              </a:spcAft>
              <a:buSzPts val="1000"/>
              <a:buFont typeface="Manrope"/>
              <a:buChar char="○"/>
              <a:defRPr sz="1000">
                <a:latin typeface="Manrope"/>
                <a:ea typeface="Manrope"/>
                <a:cs typeface="Manrope"/>
                <a:sym typeface="Manrope"/>
              </a:defRPr>
            </a:lvl8pPr>
            <a:lvl9pPr indent="-292100" lvl="8" marL="4114800" rtl="0">
              <a:spcBef>
                <a:spcPts val="500"/>
              </a:spcBef>
              <a:spcAft>
                <a:spcPts val="500"/>
              </a:spcAft>
              <a:buSzPts val="1000"/>
              <a:buFont typeface="Manrope"/>
              <a:buChar char="■"/>
              <a:defRPr sz="1000">
                <a:latin typeface="Manrope"/>
                <a:ea typeface="Manrope"/>
                <a:cs typeface="Manrope"/>
                <a:sym typeface="Manrope"/>
              </a:defRPr>
            </a:lvl9pPr>
          </a:lstStyle>
          <a:p/>
        </p:txBody>
      </p:sp>
      <p:pic>
        <p:nvPicPr>
          <p:cNvPr id="17" name="Google Shape;17;p4" title="COB_Full-Color.png"/>
          <p:cNvPicPr preferRelativeResize="0"/>
          <p:nvPr/>
        </p:nvPicPr>
        <p:blipFill rotWithShape="1">
          <a:blip r:embed="rId2">
            <a:alphaModFix/>
          </a:blip>
          <a:srcRect b="140" l="0" r="0" t="130"/>
          <a:stretch/>
        </p:blipFill>
        <p:spPr>
          <a:xfrm>
            <a:off x="7903073" y="4446048"/>
            <a:ext cx="984475" cy="4238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2 Columns">
  <p:cSld name="ONE_COLUMN_TEXT">
    <p:spTree>
      <p:nvGrpSpPr>
        <p:cNvPr id="18" name="Shape 18"/>
        <p:cNvGrpSpPr/>
        <p:nvPr/>
      </p:nvGrpSpPr>
      <p:grpSpPr>
        <a:xfrm>
          <a:off x="0" y="0"/>
          <a:ext cx="0" cy="0"/>
          <a:chOff x="0" y="0"/>
          <a:chExt cx="0" cy="0"/>
        </a:xfrm>
      </p:grpSpPr>
      <p:sp>
        <p:nvSpPr>
          <p:cNvPr id="19" name="Google Shape;19;p5"/>
          <p:cNvSpPr txBox="1"/>
          <p:nvPr>
            <p:ph idx="1" type="body"/>
          </p:nvPr>
        </p:nvSpPr>
        <p:spPr>
          <a:xfrm>
            <a:off x="4592012" y="1266030"/>
            <a:ext cx="4205400" cy="32862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Manrope"/>
              <a:buChar char="●"/>
              <a:defRPr sz="1000">
                <a:latin typeface="Manrope"/>
                <a:ea typeface="Manrope"/>
                <a:cs typeface="Manrope"/>
                <a:sym typeface="Manrope"/>
              </a:defRPr>
            </a:lvl1pPr>
            <a:lvl2pPr indent="-292100" lvl="1" marL="914400" rtl="0">
              <a:spcBef>
                <a:spcPts val="500"/>
              </a:spcBef>
              <a:spcAft>
                <a:spcPts val="0"/>
              </a:spcAft>
              <a:buSzPts val="1000"/>
              <a:buFont typeface="Manrope"/>
              <a:buChar char="○"/>
              <a:defRPr sz="1000">
                <a:latin typeface="Manrope"/>
                <a:ea typeface="Manrope"/>
                <a:cs typeface="Manrope"/>
                <a:sym typeface="Manrope"/>
              </a:defRPr>
            </a:lvl2pPr>
            <a:lvl3pPr indent="-292100" lvl="2" marL="1371600" rtl="0">
              <a:spcBef>
                <a:spcPts val="500"/>
              </a:spcBef>
              <a:spcAft>
                <a:spcPts val="0"/>
              </a:spcAft>
              <a:buSzPts val="1000"/>
              <a:buFont typeface="Manrope"/>
              <a:buChar char="■"/>
              <a:defRPr sz="1000">
                <a:latin typeface="Manrope"/>
                <a:ea typeface="Manrope"/>
                <a:cs typeface="Manrope"/>
                <a:sym typeface="Manrope"/>
              </a:defRPr>
            </a:lvl3pPr>
            <a:lvl4pPr indent="-292100" lvl="3" marL="1828800" rtl="0">
              <a:spcBef>
                <a:spcPts val="500"/>
              </a:spcBef>
              <a:spcAft>
                <a:spcPts val="0"/>
              </a:spcAft>
              <a:buSzPts val="1000"/>
              <a:buFont typeface="Manrope"/>
              <a:buChar char="●"/>
              <a:defRPr sz="1000">
                <a:latin typeface="Manrope"/>
                <a:ea typeface="Manrope"/>
                <a:cs typeface="Manrope"/>
                <a:sym typeface="Manrope"/>
              </a:defRPr>
            </a:lvl4pPr>
            <a:lvl5pPr indent="-292100" lvl="4" marL="2286000" rtl="0">
              <a:spcBef>
                <a:spcPts val="500"/>
              </a:spcBef>
              <a:spcAft>
                <a:spcPts val="0"/>
              </a:spcAft>
              <a:buSzPts val="1000"/>
              <a:buFont typeface="Manrope"/>
              <a:buChar char="○"/>
              <a:defRPr sz="1000">
                <a:latin typeface="Manrope"/>
                <a:ea typeface="Manrope"/>
                <a:cs typeface="Manrope"/>
                <a:sym typeface="Manrope"/>
              </a:defRPr>
            </a:lvl5pPr>
            <a:lvl6pPr indent="-292100" lvl="5" marL="2743200" rtl="0">
              <a:spcBef>
                <a:spcPts val="500"/>
              </a:spcBef>
              <a:spcAft>
                <a:spcPts val="0"/>
              </a:spcAft>
              <a:buSzPts val="1000"/>
              <a:buFont typeface="Manrope"/>
              <a:buChar char="■"/>
              <a:defRPr sz="1000">
                <a:latin typeface="Manrope"/>
                <a:ea typeface="Manrope"/>
                <a:cs typeface="Manrope"/>
                <a:sym typeface="Manrope"/>
              </a:defRPr>
            </a:lvl6pPr>
            <a:lvl7pPr indent="-292100" lvl="6" marL="3200400" rtl="0">
              <a:spcBef>
                <a:spcPts val="500"/>
              </a:spcBef>
              <a:spcAft>
                <a:spcPts val="0"/>
              </a:spcAft>
              <a:buSzPts val="1000"/>
              <a:buFont typeface="Manrope"/>
              <a:buChar char="●"/>
              <a:defRPr sz="1000">
                <a:latin typeface="Manrope"/>
                <a:ea typeface="Manrope"/>
                <a:cs typeface="Manrope"/>
                <a:sym typeface="Manrope"/>
              </a:defRPr>
            </a:lvl7pPr>
            <a:lvl8pPr indent="-292100" lvl="7" marL="3657600" rtl="0">
              <a:spcBef>
                <a:spcPts val="500"/>
              </a:spcBef>
              <a:spcAft>
                <a:spcPts val="0"/>
              </a:spcAft>
              <a:buSzPts val="1000"/>
              <a:buFont typeface="Manrope"/>
              <a:buChar char="○"/>
              <a:defRPr sz="1000">
                <a:latin typeface="Manrope"/>
                <a:ea typeface="Manrope"/>
                <a:cs typeface="Manrope"/>
                <a:sym typeface="Manrope"/>
              </a:defRPr>
            </a:lvl8pPr>
            <a:lvl9pPr indent="-292100" lvl="8" marL="4114800" rtl="0">
              <a:spcBef>
                <a:spcPts val="500"/>
              </a:spcBef>
              <a:spcAft>
                <a:spcPts val="500"/>
              </a:spcAft>
              <a:buSzPts val="1000"/>
              <a:buFont typeface="Manrope"/>
              <a:buChar char="■"/>
              <a:defRPr sz="1000">
                <a:latin typeface="Manrope"/>
                <a:ea typeface="Manrope"/>
                <a:cs typeface="Manrope"/>
                <a:sym typeface="Manrope"/>
              </a:defRPr>
            </a:lvl9pPr>
          </a:lstStyle>
          <a:p/>
        </p:txBody>
      </p:sp>
      <p:sp>
        <p:nvSpPr>
          <p:cNvPr id="20" name="Google Shape;20;p5"/>
          <p:cNvSpPr txBox="1"/>
          <p:nvPr>
            <p:ph idx="2" type="body"/>
          </p:nvPr>
        </p:nvSpPr>
        <p:spPr>
          <a:xfrm>
            <a:off x="233650" y="1266030"/>
            <a:ext cx="4205400" cy="32862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Manrope"/>
              <a:buChar char="●"/>
              <a:defRPr sz="1000">
                <a:latin typeface="Manrope"/>
                <a:ea typeface="Manrope"/>
                <a:cs typeface="Manrope"/>
                <a:sym typeface="Manrope"/>
              </a:defRPr>
            </a:lvl1pPr>
            <a:lvl2pPr indent="-292100" lvl="1" marL="914400" rtl="0">
              <a:spcBef>
                <a:spcPts val="500"/>
              </a:spcBef>
              <a:spcAft>
                <a:spcPts val="0"/>
              </a:spcAft>
              <a:buSzPts val="1000"/>
              <a:buFont typeface="Manrope"/>
              <a:buChar char="○"/>
              <a:defRPr sz="1000">
                <a:latin typeface="Manrope"/>
                <a:ea typeface="Manrope"/>
                <a:cs typeface="Manrope"/>
                <a:sym typeface="Manrope"/>
              </a:defRPr>
            </a:lvl2pPr>
            <a:lvl3pPr indent="-292100" lvl="2" marL="1371600" rtl="0">
              <a:spcBef>
                <a:spcPts val="500"/>
              </a:spcBef>
              <a:spcAft>
                <a:spcPts val="0"/>
              </a:spcAft>
              <a:buSzPts val="1000"/>
              <a:buFont typeface="Manrope"/>
              <a:buChar char="■"/>
              <a:defRPr sz="1000">
                <a:latin typeface="Manrope"/>
                <a:ea typeface="Manrope"/>
                <a:cs typeface="Manrope"/>
                <a:sym typeface="Manrope"/>
              </a:defRPr>
            </a:lvl3pPr>
            <a:lvl4pPr indent="-292100" lvl="3" marL="1828800" rtl="0">
              <a:spcBef>
                <a:spcPts val="500"/>
              </a:spcBef>
              <a:spcAft>
                <a:spcPts val="0"/>
              </a:spcAft>
              <a:buSzPts val="1000"/>
              <a:buFont typeface="Manrope"/>
              <a:buChar char="●"/>
              <a:defRPr sz="1000">
                <a:latin typeface="Manrope"/>
                <a:ea typeface="Manrope"/>
                <a:cs typeface="Manrope"/>
                <a:sym typeface="Manrope"/>
              </a:defRPr>
            </a:lvl4pPr>
            <a:lvl5pPr indent="-292100" lvl="4" marL="2286000" rtl="0">
              <a:spcBef>
                <a:spcPts val="500"/>
              </a:spcBef>
              <a:spcAft>
                <a:spcPts val="0"/>
              </a:spcAft>
              <a:buSzPts val="1000"/>
              <a:buFont typeface="Manrope"/>
              <a:buChar char="○"/>
              <a:defRPr sz="1000">
                <a:latin typeface="Manrope"/>
                <a:ea typeface="Manrope"/>
                <a:cs typeface="Manrope"/>
                <a:sym typeface="Manrope"/>
              </a:defRPr>
            </a:lvl5pPr>
            <a:lvl6pPr indent="-292100" lvl="5" marL="2743200" rtl="0">
              <a:spcBef>
                <a:spcPts val="500"/>
              </a:spcBef>
              <a:spcAft>
                <a:spcPts val="0"/>
              </a:spcAft>
              <a:buSzPts val="1000"/>
              <a:buFont typeface="Manrope"/>
              <a:buChar char="■"/>
              <a:defRPr sz="1000">
                <a:latin typeface="Manrope"/>
                <a:ea typeface="Manrope"/>
                <a:cs typeface="Manrope"/>
                <a:sym typeface="Manrope"/>
              </a:defRPr>
            </a:lvl6pPr>
            <a:lvl7pPr indent="-292100" lvl="6" marL="3200400" rtl="0">
              <a:spcBef>
                <a:spcPts val="500"/>
              </a:spcBef>
              <a:spcAft>
                <a:spcPts val="0"/>
              </a:spcAft>
              <a:buSzPts val="1000"/>
              <a:buFont typeface="Manrope"/>
              <a:buChar char="●"/>
              <a:defRPr sz="1000">
                <a:latin typeface="Manrope"/>
                <a:ea typeface="Manrope"/>
                <a:cs typeface="Manrope"/>
                <a:sym typeface="Manrope"/>
              </a:defRPr>
            </a:lvl7pPr>
            <a:lvl8pPr indent="-292100" lvl="7" marL="3657600" rtl="0">
              <a:spcBef>
                <a:spcPts val="500"/>
              </a:spcBef>
              <a:spcAft>
                <a:spcPts val="0"/>
              </a:spcAft>
              <a:buSzPts val="1000"/>
              <a:buFont typeface="Manrope"/>
              <a:buChar char="○"/>
              <a:defRPr sz="1000">
                <a:latin typeface="Manrope"/>
                <a:ea typeface="Manrope"/>
                <a:cs typeface="Manrope"/>
                <a:sym typeface="Manrope"/>
              </a:defRPr>
            </a:lvl8pPr>
            <a:lvl9pPr indent="-292100" lvl="8" marL="4114800" rtl="0">
              <a:spcBef>
                <a:spcPts val="500"/>
              </a:spcBef>
              <a:spcAft>
                <a:spcPts val="500"/>
              </a:spcAft>
              <a:buSzPts val="1000"/>
              <a:buFont typeface="Manrope"/>
              <a:buChar char="■"/>
              <a:defRPr sz="1000">
                <a:latin typeface="Manrope"/>
                <a:ea typeface="Manrope"/>
                <a:cs typeface="Manrope"/>
                <a:sym typeface="Manrope"/>
              </a:defRPr>
            </a:lvl9pPr>
          </a:lstStyle>
          <a:p/>
        </p:txBody>
      </p:sp>
      <p:sp>
        <p:nvSpPr>
          <p:cNvPr id="21" name="Google Shape;21;p5"/>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500"/>
              <a:buFont typeface="Times New Roman"/>
              <a:buNone/>
              <a:defRPr b="0" sz="25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2pPr>
            <a:lvl3pPr lvl="2">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3pPr>
            <a:lvl4pPr lvl="3">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4pPr>
            <a:lvl5pPr lvl="4">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5pPr>
            <a:lvl6pPr lvl="5">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6pPr>
            <a:lvl7pPr lvl="6">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7pPr>
            <a:lvl8pPr lvl="7">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8pPr>
            <a:lvl9pPr lvl="8">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9pPr>
          </a:lstStyle>
          <a:p/>
        </p:txBody>
      </p:sp>
      <p:pic>
        <p:nvPicPr>
          <p:cNvPr id="22" name="Google Shape;22;p5" title="COB_Full-Color.png"/>
          <p:cNvPicPr preferRelativeResize="0"/>
          <p:nvPr/>
        </p:nvPicPr>
        <p:blipFill rotWithShape="1">
          <a:blip r:embed="rId2">
            <a:alphaModFix/>
          </a:blip>
          <a:srcRect b="140" l="0" r="0" t="130"/>
          <a:stretch/>
        </p:blipFill>
        <p:spPr>
          <a:xfrm>
            <a:off x="7903073" y="4446048"/>
            <a:ext cx="984475" cy="4238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Title Only">
  <p:cSld name="ONE_COLUMN_TEXT_1">
    <p:spTree>
      <p:nvGrpSpPr>
        <p:cNvPr id="23" name="Shape 23"/>
        <p:cNvGrpSpPr/>
        <p:nvPr/>
      </p:nvGrpSpPr>
      <p:grpSpPr>
        <a:xfrm>
          <a:off x="0" y="0"/>
          <a:ext cx="0" cy="0"/>
          <a:chOff x="0" y="0"/>
          <a:chExt cx="0" cy="0"/>
        </a:xfrm>
      </p:grpSpPr>
      <p:sp>
        <p:nvSpPr>
          <p:cNvPr id="24" name="Google Shape;24;p6"/>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500"/>
              <a:buFont typeface="Times New Roman"/>
              <a:buNone/>
              <a:defRPr b="0" sz="25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2pPr>
            <a:lvl3pPr lvl="2">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3pPr>
            <a:lvl4pPr lvl="3">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4pPr>
            <a:lvl5pPr lvl="4">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5pPr>
            <a:lvl6pPr lvl="5">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6pPr>
            <a:lvl7pPr lvl="6">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7pPr>
            <a:lvl8pPr lvl="7">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8pPr>
            <a:lvl9pPr lvl="8">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9pPr>
          </a:lstStyle>
          <a:p/>
        </p:txBody>
      </p:sp>
      <p:pic>
        <p:nvPicPr>
          <p:cNvPr id="25" name="Google Shape;25;p6" title="COB_Full-Color.png"/>
          <p:cNvPicPr preferRelativeResize="0"/>
          <p:nvPr/>
        </p:nvPicPr>
        <p:blipFill rotWithShape="1">
          <a:blip r:embed="rId2">
            <a:alphaModFix/>
          </a:blip>
          <a:srcRect b="140" l="0" r="0" t="130"/>
          <a:stretch/>
        </p:blipFill>
        <p:spPr>
          <a:xfrm>
            <a:off x="7903073" y="4446048"/>
            <a:ext cx="984475" cy="4238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Blank">
  <p:cSld name="ONE_COLUMN_TEXT_1_1">
    <p:spTree>
      <p:nvGrpSpPr>
        <p:cNvPr id="26" name="Shape 26"/>
        <p:cNvGrpSpPr/>
        <p:nvPr/>
      </p:nvGrpSpPr>
      <p:grpSpPr>
        <a:xfrm>
          <a:off x="0" y="0"/>
          <a:ext cx="0" cy="0"/>
          <a:chOff x="0" y="0"/>
          <a:chExt cx="0" cy="0"/>
        </a:xfrm>
      </p:grpSpPr>
      <p:pic>
        <p:nvPicPr>
          <p:cNvPr id="27" name="Google Shape;27;p7" title="COB_Full-Color.png"/>
          <p:cNvPicPr preferRelativeResize="0"/>
          <p:nvPr/>
        </p:nvPicPr>
        <p:blipFill rotWithShape="1">
          <a:blip r:embed="rId2">
            <a:alphaModFix/>
          </a:blip>
          <a:srcRect b="140" l="0" r="0" t="130"/>
          <a:stretch/>
        </p:blipFill>
        <p:spPr>
          <a:xfrm>
            <a:off x="7903073" y="4446048"/>
            <a:ext cx="984475" cy="423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White">
  <p:cSld name="TITLE_3_1">
    <p:bg>
      <p:bgPr>
        <a:solidFill>
          <a:srgbClr val="0E101A"/>
        </a:solidFill>
      </p:bgPr>
    </p:bg>
    <p:spTree>
      <p:nvGrpSpPr>
        <p:cNvPr id="28" name="Shape 28"/>
        <p:cNvGrpSpPr/>
        <p:nvPr/>
      </p:nvGrpSpPr>
      <p:grpSpPr>
        <a:xfrm>
          <a:off x="0" y="0"/>
          <a:ext cx="0" cy="0"/>
          <a:chOff x="0" y="0"/>
          <a:chExt cx="0" cy="0"/>
        </a:xfrm>
      </p:grpSpPr>
      <p:sp>
        <p:nvSpPr>
          <p:cNvPr id="29" name="Google Shape;29;p8"/>
          <p:cNvSpPr txBox="1"/>
          <p:nvPr>
            <p:ph type="title"/>
          </p:nvPr>
        </p:nvSpPr>
        <p:spPr>
          <a:xfrm>
            <a:off x="233650" y="2111040"/>
            <a:ext cx="8555400" cy="571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500"/>
              <a:buFont typeface="Times New Roman"/>
              <a:buNone/>
              <a:defRPr b="0" sz="3500">
                <a:solidFill>
                  <a:schemeClr val="lt1"/>
                </a:solidFill>
                <a:latin typeface="Times New Roman"/>
                <a:ea typeface="Times New Roman"/>
                <a:cs typeface="Times New Roman"/>
                <a:sym typeface="Times New Roman"/>
              </a:defRPr>
            </a:lvl1pPr>
            <a:lvl2pPr lvl="1"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2pPr>
            <a:lvl3pPr lvl="2"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3pPr>
            <a:lvl4pPr lvl="3"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4pPr>
            <a:lvl5pPr lvl="4"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5pPr>
            <a:lvl6pPr lvl="5"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6pPr>
            <a:lvl7pPr lvl="6"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7pPr>
            <a:lvl8pPr lvl="7"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8pPr>
            <a:lvl9pPr lvl="8" rtl="0">
              <a:spcBef>
                <a:spcPts val="0"/>
              </a:spcBef>
              <a:spcAft>
                <a:spcPts val="0"/>
              </a:spcAft>
              <a:buClr>
                <a:schemeClr val="lt1"/>
              </a:buClr>
              <a:buSzPts val="2600"/>
              <a:buFont typeface="Times New Roman"/>
              <a:buNone/>
              <a:defRPr sz="2600">
                <a:solidFill>
                  <a:schemeClr val="lt1"/>
                </a:solidFill>
                <a:latin typeface="Times New Roman"/>
                <a:ea typeface="Times New Roman"/>
                <a:cs typeface="Times New Roman"/>
                <a:sym typeface="Times New Roman"/>
              </a:defRPr>
            </a:lvl9pPr>
          </a:lstStyle>
          <a:p/>
        </p:txBody>
      </p:sp>
      <p:pic>
        <p:nvPicPr>
          <p:cNvPr id="30" name="Google Shape;30;p8" title="COB_1-Color-White.png"/>
          <p:cNvPicPr preferRelativeResize="0"/>
          <p:nvPr/>
        </p:nvPicPr>
        <p:blipFill rotWithShape="1">
          <a:blip r:embed="rId2">
            <a:alphaModFix/>
          </a:blip>
          <a:srcRect b="140" l="0" r="0" t="130"/>
          <a:stretch/>
        </p:blipFill>
        <p:spPr>
          <a:xfrm>
            <a:off x="7903073" y="4446048"/>
            <a:ext cx="984475" cy="4238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3 Bullets">
  <p:cSld name="TITLE_ONLY_3_1_1">
    <p:spTree>
      <p:nvGrpSpPr>
        <p:cNvPr id="31" name="Shape 31"/>
        <p:cNvGrpSpPr/>
        <p:nvPr/>
      </p:nvGrpSpPr>
      <p:grpSpPr>
        <a:xfrm>
          <a:off x="0" y="0"/>
          <a:ext cx="0" cy="0"/>
          <a:chOff x="0" y="0"/>
          <a:chExt cx="0" cy="0"/>
        </a:xfrm>
      </p:grpSpPr>
      <p:sp>
        <p:nvSpPr>
          <p:cNvPr id="32" name="Google Shape;32;p9"/>
          <p:cNvSpPr txBox="1"/>
          <p:nvPr>
            <p:ph idx="1" type="body"/>
          </p:nvPr>
        </p:nvSpPr>
        <p:spPr>
          <a:xfrm>
            <a:off x="910125" y="1126250"/>
            <a:ext cx="7904100" cy="489600"/>
          </a:xfrm>
          <a:prstGeom prst="rect">
            <a:avLst/>
          </a:prstGeom>
        </p:spPr>
        <p:txBody>
          <a:bodyPr anchorCtr="0" anchor="ctr" bIns="91425" lIns="91425" spcFirstLastPara="1" rIns="91425" wrap="square" tIns="91425">
            <a:noAutofit/>
          </a:bodyPr>
          <a:lstStyle>
            <a:lvl1pPr indent="-292100" lvl="0" marL="457200" rtl="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rtl="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33" name="Google Shape;33;p9"/>
          <p:cNvSpPr txBox="1"/>
          <p:nvPr>
            <p:ph idx="2" type="body"/>
          </p:nvPr>
        </p:nvSpPr>
        <p:spPr>
          <a:xfrm>
            <a:off x="910125" y="1965837"/>
            <a:ext cx="7904100" cy="489600"/>
          </a:xfrm>
          <a:prstGeom prst="rect">
            <a:avLst/>
          </a:prstGeom>
        </p:spPr>
        <p:txBody>
          <a:bodyPr anchorCtr="0" anchor="ctr" bIns="91425" lIns="91425" spcFirstLastPara="1" rIns="91425" wrap="square" tIns="91425">
            <a:noAutofit/>
          </a:bodyPr>
          <a:lstStyle>
            <a:lvl1pPr indent="-292100" lvl="0" marL="457200" rtl="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rtl="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34" name="Google Shape;34;p9"/>
          <p:cNvSpPr txBox="1"/>
          <p:nvPr>
            <p:ph idx="3" type="body"/>
          </p:nvPr>
        </p:nvSpPr>
        <p:spPr>
          <a:xfrm>
            <a:off x="910125" y="2805425"/>
            <a:ext cx="7904100" cy="489600"/>
          </a:xfrm>
          <a:prstGeom prst="rect">
            <a:avLst/>
          </a:prstGeom>
        </p:spPr>
        <p:txBody>
          <a:bodyPr anchorCtr="0" anchor="ctr" bIns="91425" lIns="91425" spcFirstLastPara="1" rIns="91425" wrap="square" tIns="91425">
            <a:noAutofit/>
          </a:bodyPr>
          <a:lstStyle>
            <a:lvl1pPr indent="-292100" lvl="0" marL="457200" rtl="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rtl="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35" name="Google Shape;35;p9"/>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500"/>
              <a:buFont typeface="Times New Roman"/>
              <a:buNone/>
              <a:defRPr b="0" sz="25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2pPr>
            <a:lvl3pPr lvl="2">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3pPr>
            <a:lvl4pPr lvl="3">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4pPr>
            <a:lvl5pPr lvl="4">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5pPr>
            <a:lvl6pPr lvl="5">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6pPr>
            <a:lvl7pPr lvl="6">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7pPr>
            <a:lvl8pPr lvl="7">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8pPr>
            <a:lvl9pPr lvl="8">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9pPr>
          </a:lstStyle>
          <a:p/>
        </p:txBody>
      </p:sp>
      <p:sp>
        <p:nvSpPr>
          <p:cNvPr id="36" name="Google Shape;36;p9"/>
          <p:cNvSpPr/>
          <p:nvPr/>
        </p:nvSpPr>
        <p:spPr>
          <a:xfrm>
            <a:off x="233650" y="1126250"/>
            <a:ext cx="489600" cy="4896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01</a:t>
            </a:r>
            <a:endParaRPr b="1" sz="1000">
              <a:solidFill>
                <a:schemeClr val="lt1"/>
              </a:solidFill>
              <a:latin typeface="Manrope"/>
              <a:ea typeface="Manrope"/>
              <a:cs typeface="Manrope"/>
              <a:sym typeface="Manrope"/>
            </a:endParaRPr>
          </a:p>
        </p:txBody>
      </p:sp>
      <p:sp>
        <p:nvSpPr>
          <p:cNvPr id="37" name="Google Shape;37;p9"/>
          <p:cNvSpPr/>
          <p:nvPr/>
        </p:nvSpPr>
        <p:spPr>
          <a:xfrm>
            <a:off x="233650" y="1953006"/>
            <a:ext cx="489600" cy="4896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02</a:t>
            </a:r>
            <a:endParaRPr b="1" sz="1000">
              <a:solidFill>
                <a:schemeClr val="lt1"/>
              </a:solidFill>
              <a:latin typeface="Manrope"/>
              <a:ea typeface="Manrope"/>
              <a:cs typeface="Manrope"/>
              <a:sym typeface="Manrope"/>
            </a:endParaRPr>
          </a:p>
        </p:txBody>
      </p:sp>
      <p:sp>
        <p:nvSpPr>
          <p:cNvPr id="38" name="Google Shape;38;p9"/>
          <p:cNvSpPr/>
          <p:nvPr/>
        </p:nvSpPr>
        <p:spPr>
          <a:xfrm>
            <a:off x="233650" y="2779763"/>
            <a:ext cx="489600" cy="4896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03</a:t>
            </a:r>
            <a:endParaRPr b="1" sz="1000">
              <a:solidFill>
                <a:schemeClr val="lt1"/>
              </a:solidFill>
              <a:latin typeface="Manrope"/>
              <a:ea typeface="Manrope"/>
              <a:cs typeface="Manrope"/>
              <a:sym typeface="Manrope"/>
            </a:endParaRPr>
          </a:p>
        </p:txBody>
      </p:sp>
      <p:pic>
        <p:nvPicPr>
          <p:cNvPr id="39" name="Google Shape;39;p9" title="COB_Full-Color.png"/>
          <p:cNvPicPr preferRelativeResize="0"/>
          <p:nvPr/>
        </p:nvPicPr>
        <p:blipFill rotWithShape="1">
          <a:blip r:embed="rId2">
            <a:alphaModFix/>
          </a:blip>
          <a:srcRect b="140" l="0" r="0" t="130"/>
          <a:stretch/>
        </p:blipFill>
        <p:spPr>
          <a:xfrm>
            <a:off x="7903073" y="4446048"/>
            <a:ext cx="984475" cy="423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5 Bullets">
  <p:cSld name="TITLE_ONLY_3_1_2">
    <p:spTree>
      <p:nvGrpSpPr>
        <p:cNvPr id="40" name="Shape 40"/>
        <p:cNvGrpSpPr/>
        <p:nvPr/>
      </p:nvGrpSpPr>
      <p:grpSpPr>
        <a:xfrm>
          <a:off x="0" y="0"/>
          <a:ext cx="0" cy="0"/>
          <a:chOff x="0" y="0"/>
          <a:chExt cx="0" cy="0"/>
        </a:xfrm>
      </p:grpSpPr>
      <p:sp>
        <p:nvSpPr>
          <p:cNvPr id="41" name="Google Shape;41;p10"/>
          <p:cNvSpPr txBox="1"/>
          <p:nvPr>
            <p:ph idx="1" type="body"/>
          </p:nvPr>
        </p:nvSpPr>
        <p:spPr>
          <a:xfrm>
            <a:off x="930900" y="1011325"/>
            <a:ext cx="7866600" cy="489600"/>
          </a:xfrm>
          <a:prstGeom prst="rect">
            <a:avLst/>
          </a:prstGeom>
        </p:spPr>
        <p:txBody>
          <a:bodyPr anchorCtr="0" anchor="ctr" bIns="91425" lIns="91425" spcFirstLastPara="1" rIns="91425" wrap="square" tIns="91425">
            <a:noAutofit/>
          </a:bodyPr>
          <a:lstStyle>
            <a:lvl1pPr indent="-292100" lvl="0" marL="457200" rtl="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rtl="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42" name="Google Shape;42;p10"/>
          <p:cNvSpPr txBox="1"/>
          <p:nvPr>
            <p:ph idx="2" type="body"/>
          </p:nvPr>
        </p:nvSpPr>
        <p:spPr>
          <a:xfrm>
            <a:off x="930900" y="1692044"/>
            <a:ext cx="7866600" cy="489600"/>
          </a:xfrm>
          <a:prstGeom prst="rect">
            <a:avLst/>
          </a:prstGeom>
        </p:spPr>
        <p:txBody>
          <a:bodyPr anchorCtr="0" anchor="ctr" bIns="91425" lIns="91425" spcFirstLastPara="1" rIns="91425" wrap="square" tIns="91425">
            <a:noAutofit/>
          </a:bodyPr>
          <a:lstStyle>
            <a:lvl1pPr indent="-285750" lvl="0" marL="457200" rtl="0">
              <a:spcBef>
                <a:spcPts val="0"/>
              </a:spcBef>
              <a:spcAft>
                <a:spcPts val="0"/>
              </a:spcAft>
              <a:buClr>
                <a:srgbClr val="0E101A"/>
              </a:buClr>
              <a:buSzPts val="900"/>
              <a:buFont typeface="Manrope"/>
              <a:buChar char="●"/>
              <a:defRPr sz="900">
                <a:solidFill>
                  <a:srgbClr val="0E101A"/>
                </a:solidFill>
                <a:latin typeface="Manrope"/>
                <a:ea typeface="Manrope"/>
                <a:cs typeface="Manrope"/>
                <a:sym typeface="Manrope"/>
              </a:defRPr>
            </a:lvl1pPr>
            <a:lvl2pPr indent="-285750" lvl="1" marL="914400" rtl="0">
              <a:spcBef>
                <a:spcPts val="500"/>
              </a:spcBef>
              <a:spcAft>
                <a:spcPts val="0"/>
              </a:spcAft>
              <a:buClr>
                <a:srgbClr val="0E101A"/>
              </a:buClr>
              <a:buSzPts val="900"/>
              <a:buFont typeface="Manrope"/>
              <a:buChar char="○"/>
              <a:defRPr sz="900">
                <a:solidFill>
                  <a:srgbClr val="0E101A"/>
                </a:solidFill>
                <a:latin typeface="Manrope"/>
                <a:ea typeface="Manrope"/>
                <a:cs typeface="Manrope"/>
                <a:sym typeface="Manrope"/>
              </a:defRPr>
            </a:lvl2pPr>
            <a:lvl3pPr indent="-285750" lvl="2" marL="1371600" rtl="0">
              <a:spcBef>
                <a:spcPts val="500"/>
              </a:spcBef>
              <a:spcAft>
                <a:spcPts val="0"/>
              </a:spcAft>
              <a:buClr>
                <a:srgbClr val="0E101A"/>
              </a:buClr>
              <a:buSzPts val="900"/>
              <a:buFont typeface="Manrope"/>
              <a:buChar char="■"/>
              <a:defRPr sz="900">
                <a:solidFill>
                  <a:srgbClr val="0E101A"/>
                </a:solidFill>
                <a:latin typeface="Manrope"/>
                <a:ea typeface="Manrope"/>
                <a:cs typeface="Manrope"/>
                <a:sym typeface="Manrope"/>
              </a:defRPr>
            </a:lvl3pPr>
            <a:lvl4pPr indent="-285750" lvl="3" marL="1828800" rtl="0">
              <a:spcBef>
                <a:spcPts val="500"/>
              </a:spcBef>
              <a:spcAft>
                <a:spcPts val="0"/>
              </a:spcAft>
              <a:buClr>
                <a:srgbClr val="0E101A"/>
              </a:buClr>
              <a:buSzPts val="900"/>
              <a:buFont typeface="Manrope"/>
              <a:buChar char="●"/>
              <a:defRPr sz="900">
                <a:solidFill>
                  <a:srgbClr val="0E101A"/>
                </a:solidFill>
                <a:latin typeface="Manrope"/>
                <a:ea typeface="Manrope"/>
                <a:cs typeface="Manrope"/>
                <a:sym typeface="Manrope"/>
              </a:defRPr>
            </a:lvl4pPr>
            <a:lvl5pPr indent="-285750" lvl="4" marL="2286000" rtl="0">
              <a:spcBef>
                <a:spcPts val="500"/>
              </a:spcBef>
              <a:spcAft>
                <a:spcPts val="0"/>
              </a:spcAft>
              <a:buClr>
                <a:srgbClr val="0E101A"/>
              </a:buClr>
              <a:buSzPts val="900"/>
              <a:buFont typeface="Manrope"/>
              <a:buChar char="○"/>
              <a:defRPr sz="900">
                <a:solidFill>
                  <a:srgbClr val="0E101A"/>
                </a:solidFill>
                <a:latin typeface="Manrope"/>
                <a:ea typeface="Manrope"/>
                <a:cs typeface="Manrope"/>
                <a:sym typeface="Manrope"/>
              </a:defRPr>
            </a:lvl5pPr>
            <a:lvl6pPr indent="-285750" lvl="5" marL="2743200" rtl="0">
              <a:spcBef>
                <a:spcPts val="500"/>
              </a:spcBef>
              <a:spcAft>
                <a:spcPts val="0"/>
              </a:spcAft>
              <a:buClr>
                <a:srgbClr val="0E101A"/>
              </a:buClr>
              <a:buSzPts val="900"/>
              <a:buFont typeface="Manrope"/>
              <a:buChar char="■"/>
              <a:defRPr sz="900">
                <a:solidFill>
                  <a:srgbClr val="0E101A"/>
                </a:solidFill>
                <a:latin typeface="Manrope"/>
                <a:ea typeface="Manrope"/>
                <a:cs typeface="Manrope"/>
                <a:sym typeface="Manrope"/>
              </a:defRPr>
            </a:lvl6pPr>
            <a:lvl7pPr indent="-285750" lvl="6" marL="3200400" rtl="0">
              <a:spcBef>
                <a:spcPts val="500"/>
              </a:spcBef>
              <a:spcAft>
                <a:spcPts val="0"/>
              </a:spcAft>
              <a:buClr>
                <a:srgbClr val="0E101A"/>
              </a:buClr>
              <a:buSzPts val="900"/>
              <a:buFont typeface="Manrope"/>
              <a:buChar char="●"/>
              <a:defRPr sz="900">
                <a:solidFill>
                  <a:srgbClr val="0E101A"/>
                </a:solidFill>
                <a:latin typeface="Manrope"/>
                <a:ea typeface="Manrope"/>
                <a:cs typeface="Manrope"/>
                <a:sym typeface="Manrope"/>
              </a:defRPr>
            </a:lvl7pPr>
            <a:lvl8pPr indent="-285750" lvl="7" marL="3657600" rtl="0">
              <a:spcBef>
                <a:spcPts val="500"/>
              </a:spcBef>
              <a:spcAft>
                <a:spcPts val="0"/>
              </a:spcAft>
              <a:buClr>
                <a:srgbClr val="0E101A"/>
              </a:buClr>
              <a:buSzPts val="900"/>
              <a:buFont typeface="Manrope"/>
              <a:buChar char="○"/>
              <a:defRPr sz="900">
                <a:solidFill>
                  <a:srgbClr val="0E101A"/>
                </a:solidFill>
                <a:latin typeface="Manrope"/>
                <a:ea typeface="Manrope"/>
                <a:cs typeface="Manrope"/>
                <a:sym typeface="Manrope"/>
              </a:defRPr>
            </a:lvl8pPr>
            <a:lvl9pPr indent="-285750" lvl="8" marL="4114800" rtl="0">
              <a:spcBef>
                <a:spcPts val="500"/>
              </a:spcBef>
              <a:spcAft>
                <a:spcPts val="500"/>
              </a:spcAft>
              <a:buClr>
                <a:srgbClr val="0E101A"/>
              </a:buClr>
              <a:buSzPts val="900"/>
              <a:buFont typeface="Manrope"/>
              <a:buChar char="■"/>
              <a:defRPr sz="900">
                <a:solidFill>
                  <a:srgbClr val="0E101A"/>
                </a:solidFill>
                <a:latin typeface="Manrope"/>
                <a:ea typeface="Manrope"/>
                <a:cs typeface="Manrope"/>
                <a:sym typeface="Manrope"/>
              </a:defRPr>
            </a:lvl9pPr>
          </a:lstStyle>
          <a:p/>
        </p:txBody>
      </p:sp>
      <p:sp>
        <p:nvSpPr>
          <p:cNvPr id="43" name="Google Shape;43;p10"/>
          <p:cNvSpPr txBox="1"/>
          <p:nvPr>
            <p:ph idx="3" type="body"/>
          </p:nvPr>
        </p:nvSpPr>
        <p:spPr>
          <a:xfrm>
            <a:off x="930900" y="2372763"/>
            <a:ext cx="7866600" cy="489600"/>
          </a:xfrm>
          <a:prstGeom prst="rect">
            <a:avLst/>
          </a:prstGeom>
        </p:spPr>
        <p:txBody>
          <a:bodyPr anchorCtr="0" anchor="ctr" bIns="91425" lIns="91425" spcFirstLastPara="1" rIns="91425" wrap="square" tIns="91425">
            <a:noAutofit/>
          </a:bodyPr>
          <a:lstStyle>
            <a:lvl1pPr indent="-292100" lvl="0" marL="457200" rtl="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rtl="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44" name="Google Shape;44;p10"/>
          <p:cNvSpPr txBox="1"/>
          <p:nvPr>
            <p:ph idx="4" type="body"/>
          </p:nvPr>
        </p:nvSpPr>
        <p:spPr>
          <a:xfrm>
            <a:off x="930900" y="3002294"/>
            <a:ext cx="7866600" cy="489600"/>
          </a:xfrm>
          <a:prstGeom prst="rect">
            <a:avLst/>
          </a:prstGeom>
        </p:spPr>
        <p:txBody>
          <a:bodyPr anchorCtr="0" anchor="ctr" bIns="91425" lIns="91425" spcFirstLastPara="1" rIns="91425" wrap="square" tIns="91425">
            <a:noAutofit/>
          </a:bodyPr>
          <a:lstStyle>
            <a:lvl1pPr indent="-292100" lvl="0" marL="457200" rtl="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rtl="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45" name="Google Shape;45;p10"/>
          <p:cNvSpPr txBox="1"/>
          <p:nvPr>
            <p:ph idx="5" type="body"/>
          </p:nvPr>
        </p:nvSpPr>
        <p:spPr>
          <a:xfrm>
            <a:off x="930900" y="3657475"/>
            <a:ext cx="7866600" cy="489600"/>
          </a:xfrm>
          <a:prstGeom prst="rect">
            <a:avLst/>
          </a:prstGeom>
        </p:spPr>
        <p:txBody>
          <a:bodyPr anchorCtr="0" anchor="ctr" bIns="91425" lIns="91425" spcFirstLastPara="1" rIns="91425" wrap="square" tIns="91425">
            <a:noAutofit/>
          </a:bodyPr>
          <a:lstStyle>
            <a:lvl1pPr indent="-292100" lvl="0" marL="457200" rtl="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rtl="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rtl="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46" name="Google Shape;46;p10"/>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500"/>
              <a:buFont typeface="Times New Roman"/>
              <a:buNone/>
              <a:defRPr b="0" sz="25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2pPr>
            <a:lvl3pPr lvl="2">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3pPr>
            <a:lvl4pPr lvl="3">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4pPr>
            <a:lvl5pPr lvl="4">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5pPr>
            <a:lvl6pPr lvl="5">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6pPr>
            <a:lvl7pPr lvl="6">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7pPr>
            <a:lvl8pPr lvl="7">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8pPr>
            <a:lvl9pPr lvl="8">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9pPr>
          </a:lstStyle>
          <a:p/>
        </p:txBody>
      </p:sp>
      <p:sp>
        <p:nvSpPr>
          <p:cNvPr id="47" name="Google Shape;47;p10"/>
          <p:cNvSpPr/>
          <p:nvPr/>
        </p:nvSpPr>
        <p:spPr>
          <a:xfrm>
            <a:off x="233650" y="1011325"/>
            <a:ext cx="489600" cy="499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100">
                <a:solidFill>
                  <a:schemeClr val="lt1"/>
                </a:solidFill>
                <a:latin typeface="Manrope"/>
                <a:ea typeface="Manrope"/>
                <a:cs typeface="Manrope"/>
                <a:sym typeface="Manrope"/>
              </a:rPr>
              <a:t>01</a:t>
            </a:r>
            <a:endParaRPr b="1" sz="1100">
              <a:solidFill>
                <a:schemeClr val="lt1"/>
              </a:solidFill>
              <a:latin typeface="Manrope"/>
              <a:ea typeface="Manrope"/>
              <a:cs typeface="Manrope"/>
              <a:sym typeface="Manrope"/>
            </a:endParaRPr>
          </a:p>
        </p:txBody>
      </p:sp>
      <p:sp>
        <p:nvSpPr>
          <p:cNvPr id="48" name="Google Shape;48;p10"/>
          <p:cNvSpPr/>
          <p:nvPr/>
        </p:nvSpPr>
        <p:spPr>
          <a:xfrm>
            <a:off x="233650" y="1676500"/>
            <a:ext cx="489600" cy="499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100">
                <a:solidFill>
                  <a:schemeClr val="lt1"/>
                </a:solidFill>
                <a:latin typeface="Manrope"/>
                <a:ea typeface="Manrope"/>
                <a:cs typeface="Manrope"/>
                <a:sym typeface="Manrope"/>
              </a:rPr>
              <a:t>02</a:t>
            </a:r>
            <a:endParaRPr b="1" sz="1100">
              <a:solidFill>
                <a:schemeClr val="lt1"/>
              </a:solidFill>
              <a:latin typeface="Manrope"/>
              <a:ea typeface="Manrope"/>
              <a:cs typeface="Manrope"/>
              <a:sym typeface="Manrope"/>
            </a:endParaRPr>
          </a:p>
        </p:txBody>
      </p:sp>
      <p:sp>
        <p:nvSpPr>
          <p:cNvPr id="49" name="Google Shape;49;p10"/>
          <p:cNvSpPr/>
          <p:nvPr/>
        </p:nvSpPr>
        <p:spPr>
          <a:xfrm>
            <a:off x="233650" y="2341674"/>
            <a:ext cx="489600" cy="499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100">
                <a:solidFill>
                  <a:schemeClr val="lt1"/>
                </a:solidFill>
                <a:latin typeface="Manrope"/>
                <a:ea typeface="Manrope"/>
                <a:cs typeface="Manrope"/>
                <a:sym typeface="Manrope"/>
              </a:rPr>
              <a:t>03</a:t>
            </a:r>
            <a:endParaRPr b="1" sz="1100">
              <a:solidFill>
                <a:schemeClr val="lt1"/>
              </a:solidFill>
              <a:latin typeface="Manrope"/>
              <a:ea typeface="Manrope"/>
              <a:cs typeface="Manrope"/>
              <a:sym typeface="Manrope"/>
            </a:endParaRPr>
          </a:p>
        </p:txBody>
      </p:sp>
      <p:sp>
        <p:nvSpPr>
          <p:cNvPr id="50" name="Google Shape;50;p10"/>
          <p:cNvSpPr/>
          <p:nvPr/>
        </p:nvSpPr>
        <p:spPr>
          <a:xfrm>
            <a:off x="233650" y="3006849"/>
            <a:ext cx="489600" cy="499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100">
                <a:solidFill>
                  <a:schemeClr val="lt1"/>
                </a:solidFill>
                <a:latin typeface="Manrope"/>
                <a:ea typeface="Manrope"/>
                <a:cs typeface="Manrope"/>
                <a:sym typeface="Manrope"/>
              </a:rPr>
              <a:t>04</a:t>
            </a:r>
            <a:endParaRPr b="1" sz="1100">
              <a:solidFill>
                <a:schemeClr val="lt1"/>
              </a:solidFill>
              <a:latin typeface="Manrope"/>
              <a:ea typeface="Manrope"/>
              <a:cs typeface="Manrope"/>
              <a:sym typeface="Manrope"/>
            </a:endParaRPr>
          </a:p>
        </p:txBody>
      </p:sp>
      <p:sp>
        <p:nvSpPr>
          <p:cNvPr id="51" name="Google Shape;51;p10"/>
          <p:cNvSpPr/>
          <p:nvPr/>
        </p:nvSpPr>
        <p:spPr>
          <a:xfrm>
            <a:off x="233650" y="3672023"/>
            <a:ext cx="489600" cy="499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100">
                <a:solidFill>
                  <a:schemeClr val="lt1"/>
                </a:solidFill>
                <a:latin typeface="Manrope"/>
                <a:ea typeface="Manrope"/>
                <a:cs typeface="Manrope"/>
                <a:sym typeface="Manrope"/>
              </a:rPr>
              <a:t>05</a:t>
            </a:r>
            <a:endParaRPr b="1" sz="1100">
              <a:solidFill>
                <a:schemeClr val="lt1"/>
              </a:solidFill>
              <a:latin typeface="Manrope"/>
              <a:ea typeface="Manrope"/>
              <a:cs typeface="Manrope"/>
              <a:sym typeface="Manrope"/>
            </a:endParaRPr>
          </a:p>
        </p:txBody>
      </p:sp>
      <p:pic>
        <p:nvPicPr>
          <p:cNvPr id="52" name="Google Shape;52;p10" title="COB_Full-Color.png"/>
          <p:cNvPicPr preferRelativeResize="0"/>
          <p:nvPr/>
        </p:nvPicPr>
        <p:blipFill rotWithShape="1">
          <a:blip r:embed="rId2">
            <a:alphaModFix/>
          </a:blip>
          <a:srcRect b="140" l="0" r="0" t="130"/>
          <a:stretch/>
        </p:blipFill>
        <p:spPr>
          <a:xfrm>
            <a:off x="7903073" y="4446048"/>
            <a:ext cx="984475" cy="42385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3 Bullets 1">
  <p:cSld name="TITLE_ONLY_3_1_1_1">
    <p:spTree>
      <p:nvGrpSpPr>
        <p:cNvPr id="53" name="Shape 53"/>
        <p:cNvGrpSpPr/>
        <p:nvPr/>
      </p:nvGrpSpPr>
      <p:grpSpPr>
        <a:xfrm>
          <a:off x="0" y="0"/>
          <a:ext cx="0" cy="0"/>
          <a:chOff x="0" y="0"/>
          <a:chExt cx="0" cy="0"/>
        </a:xfrm>
      </p:grpSpPr>
      <p:sp>
        <p:nvSpPr>
          <p:cNvPr id="54" name="Google Shape;54;p11"/>
          <p:cNvSpPr txBox="1"/>
          <p:nvPr>
            <p:ph idx="1" type="body"/>
          </p:nvPr>
        </p:nvSpPr>
        <p:spPr>
          <a:xfrm>
            <a:off x="910125" y="1126250"/>
            <a:ext cx="79041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55" name="Google Shape;55;p11"/>
          <p:cNvSpPr txBox="1"/>
          <p:nvPr>
            <p:ph idx="2" type="body"/>
          </p:nvPr>
        </p:nvSpPr>
        <p:spPr>
          <a:xfrm>
            <a:off x="910125" y="1965837"/>
            <a:ext cx="79041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56" name="Google Shape;56;p11"/>
          <p:cNvSpPr txBox="1"/>
          <p:nvPr>
            <p:ph idx="3" type="body"/>
          </p:nvPr>
        </p:nvSpPr>
        <p:spPr>
          <a:xfrm>
            <a:off x="910125" y="2805425"/>
            <a:ext cx="79041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57" name="Google Shape;57;p11"/>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500"/>
              <a:buFont typeface="Times New Roman"/>
              <a:buNone/>
              <a:defRPr b="0" sz="25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2pPr>
            <a:lvl3pPr lvl="2">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3pPr>
            <a:lvl4pPr lvl="3">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4pPr>
            <a:lvl5pPr lvl="4">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5pPr>
            <a:lvl6pPr lvl="5">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6pPr>
            <a:lvl7pPr lvl="6">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7pPr>
            <a:lvl8pPr lvl="7">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8pPr>
            <a:lvl9pPr lvl="8">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9pPr>
          </a:lstStyle>
          <a:p/>
        </p:txBody>
      </p:sp>
      <p:sp>
        <p:nvSpPr>
          <p:cNvPr id="58" name="Google Shape;58;p11"/>
          <p:cNvSpPr/>
          <p:nvPr/>
        </p:nvSpPr>
        <p:spPr>
          <a:xfrm>
            <a:off x="233650" y="1126250"/>
            <a:ext cx="489600" cy="4896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01</a:t>
            </a:r>
            <a:endParaRPr b="1" sz="1000">
              <a:solidFill>
                <a:schemeClr val="lt1"/>
              </a:solidFill>
              <a:latin typeface="Manrope"/>
              <a:ea typeface="Manrope"/>
              <a:cs typeface="Manrope"/>
              <a:sym typeface="Manrope"/>
            </a:endParaRPr>
          </a:p>
        </p:txBody>
      </p:sp>
      <p:sp>
        <p:nvSpPr>
          <p:cNvPr id="59" name="Google Shape;59;p11"/>
          <p:cNvSpPr/>
          <p:nvPr/>
        </p:nvSpPr>
        <p:spPr>
          <a:xfrm>
            <a:off x="233650" y="1953006"/>
            <a:ext cx="489600" cy="4896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02</a:t>
            </a:r>
            <a:endParaRPr b="1" sz="1000">
              <a:solidFill>
                <a:schemeClr val="lt1"/>
              </a:solidFill>
              <a:latin typeface="Manrope"/>
              <a:ea typeface="Manrope"/>
              <a:cs typeface="Manrope"/>
              <a:sym typeface="Manrope"/>
            </a:endParaRPr>
          </a:p>
        </p:txBody>
      </p:sp>
      <p:sp>
        <p:nvSpPr>
          <p:cNvPr id="60" name="Google Shape;60;p11"/>
          <p:cNvSpPr/>
          <p:nvPr/>
        </p:nvSpPr>
        <p:spPr>
          <a:xfrm>
            <a:off x="233650" y="2779763"/>
            <a:ext cx="489600" cy="4896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03</a:t>
            </a:r>
            <a:endParaRPr b="1" sz="1000">
              <a:solidFill>
                <a:schemeClr val="lt1"/>
              </a:solidFill>
              <a:latin typeface="Manrope"/>
              <a:ea typeface="Manrope"/>
              <a:cs typeface="Manrope"/>
              <a:sym typeface="Manrope"/>
            </a:endParaRPr>
          </a:p>
        </p:txBody>
      </p:sp>
      <p:pic>
        <p:nvPicPr>
          <p:cNvPr id="61" name="Google Shape;61;p11" title="COB_Full-Color.png"/>
          <p:cNvPicPr preferRelativeResize="0"/>
          <p:nvPr/>
        </p:nvPicPr>
        <p:blipFill rotWithShape="1">
          <a:blip r:embed="rId2">
            <a:alphaModFix/>
          </a:blip>
          <a:srcRect b="140" l="0" r="0" t="130"/>
          <a:stretch/>
        </p:blipFill>
        <p:spPr>
          <a:xfrm>
            <a:off x="7903073" y="4446048"/>
            <a:ext cx="984475" cy="4238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5 Bullets 1">
  <p:cSld name="TITLE_ONLY_3_1_2_1">
    <p:spTree>
      <p:nvGrpSpPr>
        <p:cNvPr id="62" name="Shape 62"/>
        <p:cNvGrpSpPr/>
        <p:nvPr/>
      </p:nvGrpSpPr>
      <p:grpSpPr>
        <a:xfrm>
          <a:off x="0" y="0"/>
          <a:ext cx="0" cy="0"/>
          <a:chOff x="0" y="0"/>
          <a:chExt cx="0" cy="0"/>
        </a:xfrm>
      </p:grpSpPr>
      <p:sp>
        <p:nvSpPr>
          <p:cNvPr id="63" name="Google Shape;63;p12"/>
          <p:cNvSpPr txBox="1"/>
          <p:nvPr>
            <p:ph idx="1" type="body"/>
          </p:nvPr>
        </p:nvSpPr>
        <p:spPr>
          <a:xfrm>
            <a:off x="930900" y="1011325"/>
            <a:ext cx="78666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64" name="Google Shape;64;p12"/>
          <p:cNvSpPr txBox="1"/>
          <p:nvPr>
            <p:ph idx="2" type="body"/>
          </p:nvPr>
        </p:nvSpPr>
        <p:spPr>
          <a:xfrm>
            <a:off x="930900" y="1692044"/>
            <a:ext cx="78666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65" name="Google Shape;65;p12"/>
          <p:cNvSpPr txBox="1"/>
          <p:nvPr>
            <p:ph idx="3" type="body"/>
          </p:nvPr>
        </p:nvSpPr>
        <p:spPr>
          <a:xfrm>
            <a:off x="930900" y="2372763"/>
            <a:ext cx="78666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66" name="Google Shape;66;p12"/>
          <p:cNvSpPr txBox="1"/>
          <p:nvPr>
            <p:ph idx="4" type="body"/>
          </p:nvPr>
        </p:nvSpPr>
        <p:spPr>
          <a:xfrm>
            <a:off x="930900" y="3002294"/>
            <a:ext cx="78666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67" name="Google Shape;67;p12"/>
          <p:cNvSpPr txBox="1"/>
          <p:nvPr>
            <p:ph idx="5" type="body"/>
          </p:nvPr>
        </p:nvSpPr>
        <p:spPr>
          <a:xfrm>
            <a:off x="930900" y="3657475"/>
            <a:ext cx="78666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68" name="Google Shape;68;p12"/>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500"/>
              <a:buFont typeface="Times New Roman"/>
              <a:buNone/>
              <a:defRPr b="0" sz="25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2pPr>
            <a:lvl3pPr lvl="2">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3pPr>
            <a:lvl4pPr lvl="3">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4pPr>
            <a:lvl5pPr lvl="4">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5pPr>
            <a:lvl6pPr lvl="5">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6pPr>
            <a:lvl7pPr lvl="6">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7pPr>
            <a:lvl8pPr lvl="7">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8pPr>
            <a:lvl9pPr lvl="8">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9pPr>
          </a:lstStyle>
          <a:p/>
        </p:txBody>
      </p:sp>
      <p:sp>
        <p:nvSpPr>
          <p:cNvPr id="69" name="Google Shape;69;p12"/>
          <p:cNvSpPr/>
          <p:nvPr/>
        </p:nvSpPr>
        <p:spPr>
          <a:xfrm>
            <a:off x="233650" y="1011325"/>
            <a:ext cx="489600" cy="4995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01</a:t>
            </a:r>
            <a:endParaRPr b="1" sz="1000">
              <a:solidFill>
                <a:schemeClr val="lt1"/>
              </a:solidFill>
              <a:latin typeface="Manrope"/>
              <a:ea typeface="Manrope"/>
              <a:cs typeface="Manrope"/>
              <a:sym typeface="Manrope"/>
            </a:endParaRPr>
          </a:p>
        </p:txBody>
      </p:sp>
      <p:sp>
        <p:nvSpPr>
          <p:cNvPr id="70" name="Google Shape;70;p12"/>
          <p:cNvSpPr/>
          <p:nvPr/>
        </p:nvSpPr>
        <p:spPr>
          <a:xfrm>
            <a:off x="233650" y="1676500"/>
            <a:ext cx="489600" cy="4995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02</a:t>
            </a:r>
            <a:endParaRPr b="1" sz="1000">
              <a:solidFill>
                <a:schemeClr val="lt1"/>
              </a:solidFill>
              <a:latin typeface="Manrope"/>
              <a:ea typeface="Manrope"/>
              <a:cs typeface="Manrope"/>
              <a:sym typeface="Manrope"/>
            </a:endParaRPr>
          </a:p>
        </p:txBody>
      </p:sp>
      <p:sp>
        <p:nvSpPr>
          <p:cNvPr id="71" name="Google Shape;71;p12"/>
          <p:cNvSpPr/>
          <p:nvPr/>
        </p:nvSpPr>
        <p:spPr>
          <a:xfrm>
            <a:off x="233650" y="2341674"/>
            <a:ext cx="489600" cy="4995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03</a:t>
            </a:r>
            <a:endParaRPr b="1" sz="1000">
              <a:solidFill>
                <a:schemeClr val="lt1"/>
              </a:solidFill>
              <a:latin typeface="Manrope"/>
              <a:ea typeface="Manrope"/>
              <a:cs typeface="Manrope"/>
              <a:sym typeface="Manrope"/>
            </a:endParaRPr>
          </a:p>
        </p:txBody>
      </p:sp>
      <p:sp>
        <p:nvSpPr>
          <p:cNvPr id="72" name="Google Shape;72;p12"/>
          <p:cNvSpPr/>
          <p:nvPr/>
        </p:nvSpPr>
        <p:spPr>
          <a:xfrm>
            <a:off x="233650" y="3006849"/>
            <a:ext cx="489600" cy="4995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04</a:t>
            </a:r>
            <a:endParaRPr b="1" sz="1000">
              <a:solidFill>
                <a:schemeClr val="lt1"/>
              </a:solidFill>
              <a:latin typeface="Manrope"/>
              <a:ea typeface="Manrope"/>
              <a:cs typeface="Manrope"/>
              <a:sym typeface="Manrope"/>
            </a:endParaRPr>
          </a:p>
        </p:txBody>
      </p:sp>
      <p:sp>
        <p:nvSpPr>
          <p:cNvPr id="73" name="Google Shape;73;p12"/>
          <p:cNvSpPr/>
          <p:nvPr/>
        </p:nvSpPr>
        <p:spPr>
          <a:xfrm>
            <a:off x="233650" y="3672023"/>
            <a:ext cx="489600" cy="4995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05</a:t>
            </a:r>
            <a:endParaRPr b="1" sz="1000">
              <a:solidFill>
                <a:schemeClr val="lt1"/>
              </a:solidFill>
              <a:latin typeface="Manrope"/>
              <a:ea typeface="Manrope"/>
              <a:cs typeface="Manrope"/>
              <a:sym typeface="Manrope"/>
            </a:endParaRPr>
          </a:p>
        </p:txBody>
      </p:sp>
      <p:pic>
        <p:nvPicPr>
          <p:cNvPr id="74" name="Google Shape;74;p12" title="COB_Full-Color.png"/>
          <p:cNvPicPr preferRelativeResize="0"/>
          <p:nvPr/>
        </p:nvPicPr>
        <p:blipFill rotWithShape="1">
          <a:blip r:embed="rId2">
            <a:alphaModFix/>
          </a:blip>
          <a:srcRect b="140" l="0" r="0" t="130"/>
          <a:stretch/>
        </p:blipFill>
        <p:spPr>
          <a:xfrm>
            <a:off x="7903073" y="4446048"/>
            <a:ext cx="984475" cy="4238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3 Bullets 1 1">
  <p:cSld name="TITLE_ONLY_3_1_1_1_1">
    <p:spTree>
      <p:nvGrpSpPr>
        <p:cNvPr id="75" name="Shape 75"/>
        <p:cNvGrpSpPr/>
        <p:nvPr/>
      </p:nvGrpSpPr>
      <p:grpSpPr>
        <a:xfrm>
          <a:off x="0" y="0"/>
          <a:ext cx="0" cy="0"/>
          <a:chOff x="0" y="0"/>
          <a:chExt cx="0" cy="0"/>
        </a:xfrm>
      </p:grpSpPr>
      <p:sp>
        <p:nvSpPr>
          <p:cNvPr id="76" name="Google Shape;76;p13"/>
          <p:cNvSpPr txBox="1"/>
          <p:nvPr>
            <p:ph idx="1" type="body"/>
          </p:nvPr>
        </p:nvSpPr>
        <p:spPr>
          <a:xfrm>
            <a:off x="910125" y="1126250"/>
            <a:ext cx="79041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77" name="Google Shape;77;p13"/>
          <p:cNvSpPr txBox="1"/>
          <p:nvPr>
            <p:ph idx="2" type="body"/>
          </p:nvPr>
        </p:nvSpPr>
        <p:spPr>
          <a:xfrm>
            <a:off x="910125" y="1965837"/>
            <a:ext cx="79041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78" name="Google Shape;78;p13"/>
          <p:cNvSpPr txBox="1"/>
          <p:nvPr>
            <p:ph idx="3" type="body"/>
          </p:nvPr>
        </p:nvSpPr>
        <p:spPr>
          <a:xfrm>
            <a:off x="910125" y="2805425"/>
            <a:ext cx="79041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79" name="Google Shape;79;p13"/>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500"/>
              <a:buFont typeface="Times New Roman"/>
              <a:buNone/>
              <a:defRPr b="0" sz="25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2pPr>
            <a:lvl3pPr lvl="2">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3pPr>
            <a:lvl4pPr lvl="3">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4pPr>
            <a:lvl5pPr lvl="4">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5pPr>
            <a:lvl6pPr lvl="5">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6pPr>
            <a:lvl7pPr lvl="6">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7pPr>
            <a:lvl8pPr lvl="7">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8pPr>
            <a:lvl9pPr lvl="8">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9pPr>
          </a:lstStyle>
          <a:p/>
        </p:txBody>
      </p:sp>
      <p:sp>
        <p:nvSpPr>
          <p:cNvPr id="80" name="Google Shape;80;p13"/>
          <p:cNvSpPr/>
          <p:nvPr/>
        </p:nvSpPr>
        <p:spPr>
          <a:xfrm>
            <a:off x="233650" y="1126250"/>
            <a:ext cx="489600" cy="489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01</a:t>
            </a:r>
            <a:endParaRPr b="1" sz="1000">
              <a:solidFill>
                <a:schemeClr val="lt1"/>
              </a:solidFill>
              <a:latin typeface="Manrope"/>
              <a:ea typeface="Manrope"/>
              <a:cs typeface="Manrope"/>
              <a:sym typeface="Manrope"/>
            </a:endParaRPr>
          </a:p>
        </p:txBody>
      </p:sp>
      <p:sp>
        <p:nvSpPr>
          <p:cNvPr id="81" name="Google Shape;81;p13"/>
          <p:cNvSpPr/>
          <p:nvPr/>
        </p:nvSpPr>
        <p:spPr>
          <a:xfrm>
            <a:off x="233650" y="1953006"/>
            <a:ext cx="489600" cy="489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02</a:t>
            </a:r>
            <a:endParaRPr b="1" sz="1000">
              <a:solidFill>
                <a:schemeClr val="lt1"/>
              </a:solidFill>
              <a:latin typeface="Manrope"/>
              <a:ea typeface="Manrope"/>
              <a:cs typeface="Manrope"/>
              <a:sym typeface="Manrope"/>
            </a:endParaRPr>
          </a:p>
        </p:txBody>
      </p:sp>
      <p:sp>
        <p:nvSpPr>
          <p:cNvPr id="82" name="Google Shape;82;p13"/>
          <p:cNvSpPr/>
          <p:nvPr/>
        </p:nvSpPr>
        <p:spPr>
          <a:xfrm>
            <a:off x="233650" y="2779763"/>
            <a:ext cx="489600" cy="489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03</a:t>
            </a:r>
            <a:endParaRPr b="1" sz="1000">
              <a:solidFill>
                <a:schemeClr val="lt1"/>
              </a:solidFill>
              <a:latin typeface="Manrope"/>
              <a:ea typeface="Manrope"/>
              <a:cs typeface="Manrope"/>
              <a:sym typeface="Manrope"/>
            </a:endParaRPr>
          </a:p>
        </p:txBody>
      </p:sp>
      <p:pic>
        <p:nvPicPr>
          <p:cNvPr id="83" name="Google Shape;83;p13" title="COB_Full-Color.png"/>
          <p:cNvPicPr preferRelativeResize="0"/>
          <p:nvPr/>
        </p:nvPicPr>
        <p:blipFill rotWithShape="1">
          <a:blip r:embed="rId2">
            <a:alphaModFix/>
          </a:blip>
          <a:srcRect b="140" l="0" r="0" t="130"/>
          <a:stretch/>
        </p:blipFill>
        <p:spPr>
          <a:xfrm>
            <a:off x="7903073" y="4446048"/>
            <a:ext cx="984475" cy="4238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5 Bullets 1 1">
  <p:cSld name="TITLE_ONLY_3_1_2_1_1">
    <p:spTree>
      <p:nvGrpSpPr>
        <p:cNvPr id="84" name="Shape 84"/>
        <p:cNvGrpSpPr/>
        <p:nvPr/>
      </p:nvGrpSpPr>
      <p:grpSpPr>
        <a:xfrm>
          <a:off x="0" y="0"/>
          <a:ext cx="0" cy="0"/>
          <a:chOff x="0" y="0"/>
          <a:chExt cx="0" cy="0"/>
        </a:xfrm>
      </p:grpSpPr>
      <p:sp>
        <p:nvSpPr>
          <p:cNvPr id="85" name="Google Shape;85;p14"/>
          <p:cNvSpPr txBox="1"/>
          <p:nvPr>
            <p:ph idx="1" type="body"/>
          </p:nvPr>
        </p:nvSpPr>
        <p:spPr>
          <a:xfrm>
            <a:off x="930900" y="1011325"/>
            <a:ext cx="78666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86" name="Google Shape;86;p14"/>
          <p:cNvSpPr txBox="1"/>
          <p:nvPr>
            <p:ph idx="2" type="body"/>
          </p:nvPr>
        </p:nvSpPr>
        <p:spPr>
          <a:xfrm>
            <a:off x="930900" y="1692044"/>
            <a:ext cx="78666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87" name="Google Shape;87;p14"/>
          <p:cNvSpPr txBox="1"/>
          <p:nvPr>
            <p:ph idx="3" type="body"/>
          </p:nvPr>
        </p:nvSpPr>
        <p:spPr>
          <a:xfrm>
            <a:off x="930900" y="2372763"/>
            <a:ext cx="78666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88" name="Google Shape;88;p14"/>
          <p:cNvSpPr txBox="1"/>
          <p:nvPr>
            <p:ph idx="4" type="body"/>
          </p:nvPr>
        </p:nvSpPr>
        <p:spPr>
          <a:xfrm>
            <a:off x="930900" y="3002294"/>
            <a:ext cx="78666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89" name="Google Shape;89;p14"/>
          <p:cNvSpPr txBox="1"/>
          <p:nvPr>
            <p:ph idx="5" type="body"/>
          </p:nvPr>
        </p:nvSpPr>
        <p:spPr>
          <a:xfrm>
            <a:off x="930900" y="3657475"/>
            <a:ext cx="7866600" cy="489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rgbClr val="0E101A"/>
              </a:buClr>
              <a:buSzPts val="1000"/>
              <a:buFont typeface="Manrope"/>
              <a:buChar char="●"/>
              <a:defRPr sz="1000">
                <a:solidFill>
                  <a:srgbClr val="0E101A"/>
                </a:solidFill>
                <a:latin typeface="Manrope"/>
                <a:ea typeface="Manrope"/>
                <a:cs typeface="Manrope"/>
                <a:sym typeface="Manrope"/>
              </a:defRPr>
            </a:lvl1pPr>
            <a:lvl2pPr indent="-292100" lvl="1" marL="914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2pPr>
            <a:lvl3pPr indent="-292100" lvl="2" marL="1371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3pPr>
            <a:lvl4pPr indent="-292100" lvl="3" marL="18288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4pPr>
            <a:lvl5pPr indent="-292100" lvl="4" marL="22860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5pPr>
            <a:lvl6pPr indent="-292100" lvl="5" marL="27432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6pPr>
            <a:lvl7pPr indent="-292100" lvl="6" marL="32004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7pPr>
            <a:lvl8pPr indent="-292100" lvl="7" marL="3657600">
              <a:spcBef>
                <a:spcPts val="500"/>
              </a:spcBef>
              <a:spcAft>
                <a:spcPts val="0"/>
              </a:spcAft>
              <a:buClr>
                <a:srgbClr val="0E101A"/>
              </a:buClr>
              <a:buSzPts val="1000"/>
              <a:buFont typeface="Manrope"/>
              <a:buChar char="○"/>
              <a:defRPr sz="1000">
                <a:solidFill>
                  <a:srgbClr val="0E101A"/>
                </a:solidFill>
                <a:latin typeface="Manrope"/>
                <a:ea typeface="Manrope"/>
                <a:cs typeface="Manrope"/>
                <a:sym typeface="Manrope"/>
              </a:defRPr>
            </a:lvl8pPr>
            <a:lvl9pPr indent="-292100" lvl="8" marL="4114800">
              <a:spcBef>
                <a:spcPts val="500"/>
              </a:spcBef>
              <a:spcAft>
                <a:spcPts val="500"/>
              </a:spcAft>
              <a:buClr>
                <a:srgbClr val="0E101A"/>
              </a:buClr>
              <a:buSzPts val="1000"/>
              <a:buFont typeface="Manrope"/>
              <a:buChar char="■"/>
              <a:defRPr sz="1000">
                <a:solidFill>
                  <a:srgbClr val="0E101A"/>
                </a:solidFill>
                <a:latin typeface="Manrope"/>
                <a:ea typeface="Manrope"/>
                <a:cs typeface="Manrope"/>
                <a:sym typeface="Manrope"/>
              </a:defRPr>
            </a:lvl9pPr>
          </a:lstStyle>
          <a:p/>
        </p:txBody>
      </p:sp>
      <p:sp>
        <p:nvSpPr>
          <p:cNvPr id="90" name="Google Shape;90;p14"/>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500"/>
              <a:buFont typeface="Times New Roman"/>
              <a:buNone/>
              <a:defRPr b="0" sz="25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2pPr>
            <a:lvl3pPr lvl="2">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3pPr>
            <a:lvl4pPr lvl="3">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4pPr>
            <a:lvl5pPr lvl="4">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5pPr>
            <a:lvl6pPr lvl="5">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6pPr>
            <a:lvl7pPr lvl="6">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7pPr>
            <a:lvl8pPr lvl="7">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8pPr>
            <a:lvl9pPr lvl="8">
              <a:spcBef>
                <a:spcPts val="0"/>
              </a:spcBef>
              <a:spcAft>
                <a:spcPts val="0"/>
              </a:spcAft>
              <a:buClr>
                <a:schemeClr val="dk1"/>
              </a:buClr>
              <a:buSzPts val="2600"/>
              <a:buFont typeface="Times New Roman"/>
              <a:buNone/>
              <a:defRPr sz="2600">
                <a:solidFill>
                  <a:schemeClr val="dk1"/>
                </a:solidFill>
                <a:latin typeface="Times New Roman"/>
                <a:ea typeface="Times New Roman"/>
                <a:cs typeface="Times New Roman"/>
                <a:sym typeface="Times New Roman"/>
              </a:defRPr>
            </a:lvl9pPr>
          </a:lstStyle>
          <a:p/>
        </p:txBody>
      </p:sp>
      <p:sp>
        <p:nvSpPr>
          <p:cNvPr id="91" name="Google Shape;91;p14"/>
          <p:cNvSpPr/>
          <p:nvPr/>
        </p:nvSpPr>
        <p:spPr>
          <a:xfrm>
            <a:off x="233650" y="1011325"/>
            <a:ext cx="489600" cy="499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01</a:t>
            </a:r>
            <a:endParaRPr b="1" sz="1000">
              <a:solidFill>
                <a:schemeClr val="lt1"/>
              </a:solidFill>
              <a:latin typeface="Manrope"/>
              <a:ea typeface="Manrope"/>
              <a:cs typeface="Manrope"/>
              <a:sym typeface="Manrope"/>
            </a:endParaRPr>
          </a:p>
        </p:txBody>
      </p:sp>
      <p:sp>
        <p:nvSpPr>
          <p:cNvPr id="92" name="Google Shape;92;p14"/>
          <p:cNvSpPr/>
          <p:nvPr/>
        </p:nvSpPr>
        <p:spPr>
          <a:xfrm>
            <a:off x="233650" y="1676500"/>
            <a:ext cx="489600" cy="499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02</a:t>
            </a:r>
            <a:endParaRPr b="1" sz="1000">
              <a:solidFill>
                <a:schemeClr val="lt1"/>
              </a:solidFill>
              <a:latin typeface="Manrope"/>
              <a:ea typeface="Manrope"/>
              <a:cs typeface="Manrope"/>
              <a:sym typeface="Manrope"/>
            </a:endParaRPr>
          </a:p>
        </p:txBody>
      </p:sp>
      <p:sp>
        <p:nvSpPr>
          <p:cNvPr id="93" name="Google Shape;93;p14"/>
          <p:cNvSpPr/>
          <p:nvPr/>
        </p:nvSpPr>
        <p:spPr>
          <a:xfrm>
            <a:off x="233650" y="2341674"/>
            <a:ext cx="489600" cy="499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03</a:t>
            </a:r>
            <a:endParaRPr b="1" sz="1000">
              <a:solidFill>
                <a:schemeClr val="lt1"/>
              </a:solidFill>
              <a:latin typeface="Manrope"/>
              <a:ea typeface="Manrope"/>
              <a:cs typeface="Manrope"/>
              <a:sym typeface="Manrope"/>
            </a:endParaRPr>
          </a:p>
        </p:txBody>
      </p:sp>
      <p:sp>
        <p:nvSpPr>
          <p:cNvPr id="94" name="Google Shape;94;p14"/>
          <p:cNvSpPr/>
          <p:nvPr/>
        </p:nvSpPr>
        <p:spPr>
          <a:xfrm>
            <a:off x="233650" y="3006849"/>
            <a:ext cx="489600" cy="499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04</a:t>
            </a:r>
            <a:endParaRPr b="1" sz="1000">
              <a:solidFill>
                <a:schemeClr val="lt1"/>
              </a:solidFill>
              <a:latin typeface="Manrope"/>
              <a:ea typeface="Manrope"/>
              <a:cs typeface="Manrope"/>
              <a:sym typeface="Manrope"/>
            </a:endParaRPr>
          </a:p>
        </p:txBody>
      </p:sp>
      <p:sp>
        <p:nvSpPr>
          <p:cNvPr id="95" name="Google Shape;95;p14"/>
          <p:cNvSpPr/>
          <p:nvPr/>
        </p:nvSpPr>
        <p:spPr>
          <a:xfrm>
            <a:off x="233650" y="3672023"/>
            <a:ext cx="489600" cy="499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000">
                <a:solidFill>
                  <a:schemeClr val="lt1"/>
                </a:solidFill>
                <a:latin typeface="Manrope"/>
                <a:ea typeface="Manrope"/>
                <a:cs typeface="Manrope"/>
                <a:sym typeface="Manrope"/>
              </a:rPr>
              <a:t>05</a:t>
            </a:r>
            <a:endParaRPr b="1" sz="1000">
              <a:solidFill>
                <a:schemeClr val="lt1"/>
              </a:solidFill>
              <a:latin typeface="Manrope"/>
              <a:ea typeface="Manrope"/>
              <a:cs typeface="Manrope"/>
              <a:sym typeface="Manrope"/>
            </a:endParaRPr>
          </a:p>
        </p:txBody>
      </p:sp>
      <p:pic>
        <p:nvPicPr>
          <p:cNvPr id="96" name="Google Shape;96;p14" title="COB_Full-Color.png"/>
          <p:cNvPicPr preferRelativeResize="0"/>
          <p:nvPr/>
        </p:nvPicPr>
        <p:blipFill rotWithShape="1">
          <a:blip r:embed="rId2">
            <a:alphaModFix/>
          </a:blip>
          <a:srcRect b="140" l="0" r="0" t="130"/>
          <a:stretch/>
        </p:blipFill>
        <p:spPr>
          <a:xfrm>
            <a:off x="7903073" y="4446048"/>
            <a:ext cx="984475" cy="4238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33650" y="223551"/>
            <a:ext cx="8597100" cy="677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1pPr>
            <a:lvl2pPr lvl="1" rtl="0">
              <a:spcBef>
                <a:spcPts val="0"/>
              </a:spcBef>
              <a:spcAft>
                <a:spcPts val="0"/>
              </a:spcAft>
              <a:buClr>
                <a:schemeClr val="dk2"/>
              </a:buClr>
              <a:buSzPts val="2800"/>
              <a:buFont typeface="Times New Roman"/>
              <a:buNone/>
              <a:defRPr sz="2800">
                <a:solidFill>
                  <a:schemeClr val="dk2"/>
                </a:solidFill>
                <a:latin typeface="Times New Roman"/>
                <a:ea typeface="Times New Roman"/>
                <a:cs typeface="Times New Roman"/>
                <a:sym typeface="Times New Roman"/>
              </a:defRPr>
            </a:lvl2pPr>
            <a:lvl3pPr lvl="2" rtl="0">
              <a:spcBef>
                <a:spcPts val="0"/>
              </a:spcBef>
              <a:spcAft>
                <a:spcPts val="0"/>
              </a:spcAft>
              <a:buClr>
                <a:schemeClr val="dk2"/>
              </a:buClr>
              <a:buSzPts val="2800"/>
              <a:buFont typeface="Times New Roman"/>
              <a:buNone/>
              <a:defRPr sz="2800">
                <a:solidFill>
                  <a:schemeClr val="dk2"/>
                </a:solidFill>
                <a:latin typeface="Times New Roman"/>
                <a:ea typeface="Times New Roman"/>
                <a:cs typeface="Times New Roman"/>
                <a:sym typeface="Times New Roman"/>
              </a:defRPr>
            </a:lvl3pPr>
            <a:lvl4pPr lvl="3" rtl="0">
              <a:spcBef>
                <a:spcPts val="0"/>
              </a:spcBef>
              <a:spcAft>
                <a:spcPts val="0"/>
              </a:spcAft>
              <a:buClr>
                <a:schemeClr val="dk2"/>
              </a:buClr>
              <a:buSzPts val="2800"/>
              <a:buFont typeface="Times New Roman"/>
              <a:buNone/>
              <a:defRPr sz="2800">
                <a:solidFill>
                  <a:schemeClr val="dk2"/>
                </a:solidFill>
                <a:latin typeface="Times New Roman"/>
                <a:ea typeface="Times New Roman"/>
                <a:cs typeface="Times New Roman"/>
                <a:sym typeface="Times New Roman"/>
              </a:defRPr>
            </a:lvl4pPr>
            <a:lvl5pPr lvl="4" rtl="0">
              <a:spcBef>
                <a:spcPts val="0"/>
              </a:spcBef>
              <a:spcAft>
                <a:spcPts val="0"/>
              </a:spcAft>
              <a:buClr>
                <a:schemeClr val="dk2"/>
              </a:buClr>
              <a:buSzPts val="2800"/>
              <a:buFont typeface="Times New Roman"/>
              <a:buNone/>
              <a:defRPr sz="2800">
                <a:solidFill>
                  <a:schemeClr val="dk2"/>
                </a:solidFill>
                <a:latin typeface="Times New Roman"/>
                <a:ea typeface="Times New Roman"/>
                <a:cs typeface="Times New Roman"/>
                <a:sym typeface="Times New Roman"/>
              </a:defRPr>
            </a:lvl5pPr>
            <a:lvl6pPr lvl="5" rtl="0">
              <a:spcBef>
                <a:spcPts val="0"/>
              </a:spcBef>
              <a:spcAft>
                <a:spcPts val="0"/>
              </a:spcAft>
              <a:buClr>
                <a:schemeClr val="dk2"/>
              </a:buClr>
              <a:buSzPts val="2800"/>
              <a:buFont typeface="Times New Roman"/>
              <a:buNone/>
              <a:defRPr sz="2800">
                <a:solidFill>
                  <a:schemeClr val="dk2"/>
                </a:solidFill>
                <a:latin typeface="Times New Roman"/>
                <a:ea typeface="Times New Roman"/>
                <a:cs typeface="Times New Roman"/>
                <a:sym typeface="Times New Roman"/>
              </a:defRPr>
            </a:lvl6pPr>
            <a:lvl7pPr lvl="6" rtl="0">
              <a:spcBef>
                <a:spcPts val="0"/>
              </a:spcBef>
              <a:spcAft>
                <a:spcPts val="0"/>
              </a:spcAft>
              <a:buClr>
                <a:schemeClr val="dk2"/>
              </a:buClr>
              <a:buSzPts val="2800"/>
              <a:buFont typeface="Times New Roman"/>
              <a:buNone/>
              <a:defRPr sz="2800">
                <a:solidFill>
                  <a:schemeClr val="dk2"/>
                </a:solidFill>
                <a:latin typeface="Times New Roman"/>
                <a:ea typeface="Times New Roman"/>
                <a:cs typeface="Times New Roman"/>
                <a:sym typeface="Times New Roman"/>
              </a:defRPr>
            </a:lvl7pPr>
            <a:lvl8pPr lvl="7" rtl="0">
              <a:spcBef>
                <a:spcPts val="0"/>
              </a:spcBef>
              <a:spcAft>
                <a:spcPts val="0"/>
              </a:spcAft>
              <a:buClr>
                <a:schemeClr val="dk2"/>
              </a:buClr>
              <a:buSzPts val="2800"/>
              <a:buFont typeface="Times New Roman"/>
              <a:buNone/>
              <a:defRPr sz="2800">
                <a:solidFill>
                  <a:schemeClr val="dk2"/>
                </a:solidFill>
                <a:latin typeface="Times New Roman"/>
                <a:ea typeface="Times New Roman"/>
                <a:cs typeface="Times New Roman"/>
                <a:sym typeface="Times New Roman"/>
              </a:defRPr>
            </a:lvl8pPr>
            <a:lvl9pPr lvl="8" rtl="0">
              <a:spcBef>
                <a:spcPts val="0"/>
              </a:spcBef>
              <a:spcAft>
                <a:spcPts val="0"/>
              </a:spcAft>
              <a:buClr>
                <a:schemeClr val="dk2"/>
              </a:buClr>
              <a:buSzPts val="2800"/>
              <a:buFont typeface="Times New Roman"/>
              <a:buNone/>
              <a:defRPr sz="2800">
                <a:solidFill>
                  <a:schemeClr val="dk2"/>
                </a:solidFill>
                <a:latin typeface="Times New Roman"/>
                <a:ea typeface="Times New Roman"/>
                <a:cs typeface="Times New Roman"/>
                <a:sym typeface="Times New Roman"/>
              </a:defRPr>
            </a:lvl9pPr>
          </a:lstStyle>
          <a:p/>
        </p:txBody>
      </p:sp>
      <p:sp>
        <p:nvSpPr>
          <p:cNvPr id="7" name="Google Shape;7;p1"/>
          <p:cNvSpPr txBox="1"/>
          <p:nvPr>
            <p:ph idx="1" type="body"/>
          </p:nvPr>
        </p:nvSpPr>
        <p:spPr>
          <a:xfrm>
            <a:off x="233650" y="1139061"/>
            <a:ext cx="8555400" cy="34143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chemeClr val="dk1"/>
              </a:buClr>
              <a:buSzPts val="1100"/>
              <a:buFont typeface="Manrope"/>
              <a:buChar char="●"/>
              <a:defRPr sz="1100">
                <a:solidFill>
                  <a:schemeClr val="dk1"/>
                </a:solidFill>
                <a:latin typeface="Manrope"/>
                <a:ea typeface="Manrope"/>
                <a:cs typeface="Manrope"/>
                <a:sym typeface="Manrope"/>
              </a:defRPr>
            </a:lvl1pPr>
            <a:lvl2pPr indent="-298450" lvl="1" marL="914400" rtl="0">
              <a:lnSpc>
                <a:spcPct val="115000"/>
              </a:lnSpc>
              <a:spcBef>
                <a:spcPts val="500"/>
              </a:spcBef>
              <a:spcAft>
                <a:spcPts val="0"/>
              </a:spcAft>
              <a:buClr>
                <a:schemeClr val="dk1"/>
              </a:buClr>
              <a:buSzPts val="1100"/>
              <a:buFont typeface="Manrope"/>
              <a:buChar char="○"/>
              <a:defRPr sz="1100">
                <a:solidFill>
                  <a:schemeClr val="dk1"/>
                </a:solidFill>
                <a:latin typeface="Manrope"/>
                <a:ea typeface="Manrope"/>
                <a:cs typeface="Manrope"/>
                <a:sym typeface="Manrope"/>
              </a:defRPr>
            </a:lvl2pPr>
            <a:lvl3pPr indent="-298450" lvl="2" marL="1371600" rtl="0">
              <a:lnSpc>
                <a:spcPct val="115000"/>
              </a:lnSpc>
              <a:spcBef>
                <a:spcPts val="500"/>
              </a:spcBef>
              <a:spcAft>
                <a:spcPts val="0"/>
              </a:spcAft>
              <a:buClr>
                <a:schemeClr val="dk1"/>
              </a:buClr>
              <a:buSzPts val="1100"/>
              <a:buFont typeface="Manrope"/>
              <a:buChar char="■"/>
              <a:defRPr sz="1100">
                <a:solidFill>
                  <a:schemeClr val="dk1"/>
                </a:solidFill>
                <a:latin typeface="Manrope"/>
                <a:ea typeface="Manrope"/>
                <a:cs typeface="Manrope"/>
                <a:sym typeface="Manrope"/>
              </a:defRPr>
            </a:lvl3pPr>
            <a:lvl4pPr indent="-298450" lvl="3" marL="1828800" rtl="0">
              <a:lnSpc>
                <a:spcPct val="115000"/>
              </a:lnSpc>
              <a:spcBef>
                <a:spcPts val="500"/>
              </a:spcBef>
              <a:spcAft>
                <a:spcPts val="0"/>
              </a:spcAft>
              <a:buClr>
                <a:schemeClr val="dk1"/>
              </a:buClr>
              <a:buSzPts val="1100"/>
              <a:buFont typeface="Manrope"/>
              <a:buChar char="●"/>
              <a:defRPr sz="1100">
                <a:solidFill>
                  <a:schemeClr val="dk1"/>
                </a:solidFill>
                <a:latin typeface="Manrope"/>
                <a:ea typeface="Manrope"/>
                <a:cs typeface="Manrope"/>
                <a:sym typeface="Manrope"/>
              </a:defRPr>
            </a:lvl4pPr>
            <a:lvl5pPr indent="-298450" lvl="4" marL="2286000" rtl="0">
              <a:lnSpc>
                <a:spcPct val="115000"/>
              </a:lnSpc>
              <a:spcBef>
                <a:spcPts val="500"/>
              </a:spcBef>
              <a:spcAft>
                <a:spcPts val="0"/>
              </a:spcAft>
              <a:buClr>
                <a:schemeClr val="dk1"/>
              </a:buClr>
              <a:buSzPts val="1100"/>
              <a:buFont typeface="Manrope"/>
              <a:buChar char="○"/>
              <a:defRPr sz="1100">
                <a:solidFill>
                  <a:schemeClr val="dk1"/>
                </a:solidFill>
                <a:latin typeface="Manrope"/>
                <a:ea typeface="Manrope"/>
                <a:cs typeface="Manrope"/>
                <a:sym typeface="Manrope"/>
              </a:defRPr>
            </a:lvl5pPr>
            <a:lvl6pPr indent="-298450" lvl="5" marL="2743200" rtl="0">
              <a:lnSpc>
                <a:spcPct val="115000"/>
              </a:lnSpc>
              <a:spcBef>
                <a:spcPts val="500"/>
              </a:spcBef>
              <a:spcAft>
                <a:spcPts val="0"/>
              </a:spcAft>
              <a:buClr>
                <a:schemeClr val="dk1"/>
              </a:buClr>
              <a:buSzPts val="1100"/>
              <a:buFont typeface="Manrope"/>
              <a:buChar char="■"/>
              <a:defRPr sz="1100">
                <a:solidFill>
                  <a:schemeClr val="dk1"/>
                </a:solidFill>
                <a:latin typeface="Manrope"/>
                <a:ea typeface="Manrope"/>
                <a:cs typeface="Manrope"/>
                <a:sym typeface="Manrope"/>
              </a:defRPr>
            </a:lvl6pPr>
            <a:lvl7pPr indent="-298450" lvl="6" marL="3200400" rtl="0">
              <a:lnSpc>
                <a:spcPct val="115000"/>
              </a:lnSpc>
              <a:spcBef>
                <a:spcPts val="500"/>
              </a:spcBef>
              <a:spcAft>
                <a:spcPts val="0"/>
              </a:spcAft>
              <a:buClr>
                <a:schemeClr val="dk1"/>
              </a:buClr>
              <a:buSzPts val="1100"/>
              <a:buFont typeface="Manrope"/>
              <a:buChar char="●"/>
              <a:defRPr sz="1100">
                <a:solidFill>
                  <a:schemeClr val="dk1"/>
                </a:solidFill>
                <a:latin typeface="Manrope"/>
                <a:ea typeface="Manrope"/>
                <a:cs typeface="Manrope"/>
                <a:sym typeface="Manrope"/>
              </a:defRPr>
            </a:lvl7pPr>
            <a:lvl8pPr indent="-298450" lvl="7" marL="3657600" rtl="0">
              <a:lnSpc>
                <a:spcPct val="115000"/>
              </a:lnSpc>
              <a:spcBef>
                <a:spcPts val="500"/>
              </a:spcBef>
              <a:spcAft>
                <a:spcPts val="0"/>
              </a:spcAft>
              <a:buClr>
                <a:schemeClr val="dk1"/>
              </a:buClr>
              <a:buSzPts val="1100"/>
              <a:buFont typeface="Manrope"/>
              <a:buChar char="○"/>
              <a:defRPr sz="1100">
                <a:solidFill>
                  <a:schemeClr val="dk1"/>
                </a:solidFill>
                <a:latin typeface="Manrope"/>
                <a:ea typeface="Manrope"/>
                <a:cs typeface="Manrope"/>
                <a:sym typeface="Manrope"/>
              </a:defRPr>
            </a:lvl8pPr>
            <a:lvl9pPr indent="-298450" lvl="8" marL="4114800" rtl="0">
              <a:lnSpc>
                <a:spcPct val="115000"/>
              </a:lnSpc>
              <a:spcBef>
                <a:spcPts val="500"/>
              </a:spcBef>
              <a:spcAft>
                <a:spcPts val="500"/>
              </a:spcAft>
              <a:buClr>
                <a:schemeClr val="dk1"/>
              </a:buClr>
              <a:buSzPts val="1100"/>
              <a:buFont typeface="Manrope"/>
              <a:buChar char="■"/>
              <a:defRPr sz="1100">
                <a:solidFill>
                  <a:schemeClr val="dk1"/>
                </a:solidFill>
                <a:latin typeface="Manrope"/>
                <a:ea typeface="Manrope"/>
                <a:cs typeface="Manrope"/>
                <a:sym typeface="Manrop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41">
          <p15:clr>
            <a:srgbClr val="E46962"/>
          </p15:clr>
        </p15:guide>
        <p15:guide id="2" pos="147">
          <p15:clr>
            <a:srgbClr val="E46962"/>
          </p15:clr>
        </p15:guide>
        <p15:guide id="3" pos="5628">
          <p15:clr>
            <a:srgbClr val="E46962"/>
          </p15:clr>
        </p15:guide>
        <p15:guide id="4" orient="horz" pos="2934">
          <p15:clr>
            <a:srgbClr val="E46962"/>
          </p15:clr>
        </p15:guide>
        <p15:guide id="5" orient="horz" pos="797">
          <p15:clr>
            <a:srgbClr val="E46962"/>
          </p15:clr>
        </p15:guide>
        <p15:guide id="6" orient="horz" pos="853">
          <p15:clr>
            <a:srgbClr val="E46962"/>
          </p15:clr>
        </p15:guide>
        <p15:guide id="7" orient="horz" pos="1510">
          <p15:clr>
            <a:srgbClr val="E46962"/>
          </p15:clr>
        </p15:guide>
        <p15:guide id="8" orient="horz" pos="1565">
          <p15:clr>
            <a:srgbClr val="E46962"/>
          </p15:clr>
        </p15:guide>
        <p15:guide id="9" orient="horz" pos="2222">
          <p15:clr>
            <a:srgbClr val="E46962"/>
          </p15:clr>
        </p15:guide>
        <p15:guide id="10" orient="horz" pos="2278">
          <p15:clr>
            <a:srgbClr val="E46962"/>
          </p15:clr>
        </p15:guide>
        <p15:guide id="11" pos="993">
          <p15:clr>
            <a:srgbClr val="E46962"/>
          </p15:clr>
        </p15:guide>
        <p15:guide id="12" pos="1073">
          <p15:clr>
            <a:srgbClr val="E46962"/>
          </p15:clr>
        </p15:guide>
        <p15:guide id="13" pos="1926">
          <p15:clr>
            <a:srgbClr val="E46962"/>
          </p15:clr>
        </p15:guide>
        <p15:guide id="14" pos="1991">
          <p15:clr>
            <a:srgbClr val="E46962"/>
          </p15:clr>
        </p15:guide>
        <p15:guide id="15" pos="2851">
          <p15:clr>
            <a:srgbClr val="E46962"/>
          </p15:clr>
        </p15:guide>
        <p15:guide id="16" pos="2924">
          <p15:clr>
            <a:srgbClr val="E46962"/>
          </p15:clr>
        </p15:guide>
        <p15:guide id="17" pos="3777">
          <p15:clr>
            <a:srgbClr val="E46962"/>
          </p15:clr>
        </p15:guide>
        <p15:guide id="18" pos="3849">
          <p15:clr>
            <a:srgbClr val="E46962"/>
          </p15:clr>
        </p15:guide>
        <p15:guide id="19" pos="4703">
          <p15:clr>
            <a:srgbClr val="E46962"/>
          </p15:clr>
        </p15:guide>
        <p15:guide id="20" pos="4767">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image" Target="../media/image2.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233650" y="2111040"/>
            <a:ext cx="8555400" cy="57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BRAND THEME AND GUIDELINES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p:nvPr/>
        </p:nvSpPr>
        <p:spPr>
          <a:xfrm>
            <a:off x="316075" y="1036726"/>
            <a:ext cx="2971800" cy="15045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a:off x="316075" y="2602271"/>
            <a:ext cx="2971800" cy="1504500"/>
          </a:xfrm>
          <a:prstGeom prst="rect">
            <a:avLst/>
          </a:prstGeom>
          <a:solidFill>
            <a:srgbClr val="0E10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MASTER LOGOS</a:t>
            </a:r>
            <a:endParaRPr/>
          </a:p>
        </p:txBody>
      </p:sp>
      <p:pic>
        <p:nvPicPr>
          <p:cNvPr id="109" name="Google Shape;109;p16"/>
          <p:cNvPicPr preferRelativeResize="0"/>
          <p:nvPr/>
        </p:nvPicPr>
        <p:blipFill>
          <a:blip r:embed="rId3">
            <a:alphaModFix/>
          </a:blip>
          <a:stretch>
            <a:fillRect/>
          </a:stretch>
        </p:blipFill>
        <p:spPr>
          <a:xfrm>
            <a:off x="722467" y="1650050"/>
            <a:ext cx="1943301" cy="252405"/>
          </a:xfrm>
          <a:prstGeom prst="rect">
            <a:avLst/>
          </a:prstGeom>
          <a:noFill/>
          <a:ln>
            <a:noFill/>
          </a:ln>
        </p:spPr>
      </p:pic>
      <p:pic>
        <p:nvPicPr>
          <p:cNvPr id="110" name="Google Shape;110;p16"/>
          <p:cNvPicPr preferRelativeResize="0"/>
          <p:nvPr/>
        </p:nvPicPr>
        <p:blipFill rotWithShape="1">
          <a:blip r:embed="rId4">
            <a:alphaModFix/>
          </a:blip>
          <a:srcRect b="0" l="0" r="0" t="0"/>
          <a:stretch/>
        </p:blipFill>
        <p:spPr>
          <a:xfrm>
            <a:off x="722467" y="3215594"/>
            <a:ext cx="1943301" cy="252405"/>
          </a:xfrm>
          <a:prstGeom prst="rect">
            <a:avLst/>
          </a:prstGeom>
          <a:noFill/>
          <a:ln>
            <a:noFill/>
          </a:ln>
        </p:spPr>
      </p:pic>
      <p:sp>
        <p:nvSpPr>
          <p:cNvPr id="111" name="Google Shape;111;p16"/>
          <p:cNvSpPr/>
          <p:nvPr/>
        </p:nvSpPr>
        <p:spPr>
          <a:xfrm>
            <a:off x="3457500" y="1036726"/>
            <a:ext cx="2971800" cy="15045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6"/>
          <p:cNvSpPr/>
          <p:nvPr/>
        </p:nvSpPr>
        <p:spPr>
          <a:xfrm>
            <a:off x="3457500" y="2602271"/>
            <a:ext cx="2971800" cy="1504500"/>
          </a:xfrm>
          <a:prstGeom prst="rect">
            <a:avLst/>
          </a:prstGeom>
          <a:solidFill>
            <a:srgbClr val="0E10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 name="Google Shape;113;p16" title="COB_Full-Color.png"/>
          <p:cNvPicPr preferRelativeResize="0"/>
          <p:nvPr/>
        </p:nvPicPr>
        <p:blipFill rotWithShape="1">
          <a:blip r:embed="rId5">
            <a:alphaModFix/>
          </a:blip>
          <a:srcRect b="140" l="0" r="0" t="130"/>
          <a:stretch/>
        </p:blipFill>
        <p:spPr>
          <a:xfrm>
            <a:off x="3749128" y="1292590"/>
            <a:ext cx="2246825" cy="967334"/>
          </a:xfrm>
          <a:prstGeom prst="rect">
            <a:avLst/>
          </a:prstGeom>
          <a:noFill/>
          <a:ln>
            <a:noFill/>
          </a:ln>
        </p:spPr>
      </p:pic>
      <p:pic>
        <p:nvPicPr>
          <p:cNvPr id="114" name="Google Shape;114;p16" title="COB_Reverse.png"/>
          <p:cNvPicPr preferRelativeResize="0"/>
          <p:nvPr/>
        </p:nvPicPr>
        <p:blipFill rotWithShape="1">
          <a:blip r:embed="rId6">
            <a:alphaModFix/>
          </a:blip>
          <a:srcRect b="0" l="0" r="0" t="0"/>
          <a:stretch/>
        </p:blipFill>
        <p:spPr>
          <a:xfrm>
            <a:off x="3749128" y="2870865"/>
            <a:ext cx="2246824" cy="96733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7"/>
          <p:cNvSpPr/>
          <p:nvPr/>
        </p:nvSpPr>
        <p:spPr>
          <a:xfrm>
            <a:off x="233650" y="1266030"/>
            <a:ext cx="3642900" cy="8844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7"/>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ONE</a:t>
            </a:r>
            <a:r>
              <a:rPr lang="en"/>
              <a:t>-</a:t>
            </a:r>
            <a:r>
              <a:rPr lang="en"/>
              <a:t>COLOR LOGO</a:t>
            </a:r>
            <a:endParaRPr/>
          </a:p>
        </p:txBody>
      </p:sp>
      <p:pic>
        <p:nvPicPr>
          <p:cNvPr id="121" name="Google Shape;121;p17"/>
          <p:cNvPicPr preferRelativeResize="0"/>
          <p:nvPr/>
        </p:nvPicPr>
        <p:blipFill rotWithShape="1">
          <a:blip r:embed="rId3">
            <a:alphaModFix/>
          </a:blip>
          <a:srcRect b="0" l="0" r="0" t="0"/>
          <a:stretch/>
        </p:blipFill>
        <p:spPr>
          <a:xfrm>
            <a:off x="731790" y="1536474"/>
            <a:ext cx="2382024" cy="309385"/>
          </a:xfrm>
          <a:prstGeom prst="rect">
            <a:avLst/>
          </a:prstGeom>
          <a:noFill/>
          <a:ln>
            <a:noFill/>
          </a:ln>
        </p:spPr>
      </p:pic>
      <p:sp>
        <p:nvSpPr>
          <p:cNvPr id="122" name="Google Shape;122;p17"/>
          <p:cNvSpPr/>
          <p:nvPr/>
        </p:nvSpPr>
        <p:spPr>
          <a:xfrm>
            <a:off x="233650" y="2225502"/>
            <a:ext cx="3642900" cy="884400"/>
          </a:xfrm>
          <a:prstGeom prst="rect">
            <a:avLst/>
          </a:prstGeom>
          <a:solidFill>
            <a:schemeClr val="dk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7"/>
          <p:cNvPicPr preferRelativeResize="0"/>
          <p:nvPr/>
        </p:nvPicPr>
        <p:blipFill rotWithShape="1">
          <a:blip r:embed="rId4">
            <a:alphaModFix/>
          </a:blip>
          <a:srcRect b="0" l="0" r="0" t="0"/>
          <a:stretch/>
        </p:blipFill>
        <p:spPr>
          <a:xfrm>
            <a:off x="731790" y="2495946"/>
            <a:ext cx="2382024" cy="309385"/>
          </a:xfrm>
          <a:prstGeom prst="rect">
            <a:avLst/>
          </a:prstGeom>
          <a:noFill/>
          <a:ln>
            <a:noFill/>
          </a:ln>
        </p:spPr>
      </p:pic>
      <p:sp>
        <p:nvSpPr>
          <p:cNvPr id="124" name="Google Shape;124;p17"/>
          <p:cNvSpPr/>
          <p:nvPr/>
        </p:nvSpPr>
        <p:spPr>
          <a:xfrm>
            <a:off x="233650" y="3184975"/>
            <a:ext cx="3642900" cy="884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5" name="Google Shape;125;p17"/>
          <p:cNvPicPr preferRelativeResize="0"/>
          <p:nvPr/>
        </p:nvPicPr>
        <p:blipFill rotWithShape="1">
          <a:blip r:embed="rId5">
            <a:alphaModFix/>
          </a:blip>
          <a:srcRect b="0" l="0" r="0" t="0"/>
          <a:stretch/>
        </p:blipFill>
        <p:spPr>
          <a:xfrm>
            <a:off x="731790" y="3455418"/>
            <a:ext cx="2382024" cy="309385"/>
          </a:xfrm>
          <a:prstGeom prst="rect">
            <a:avLst/>
          </a:prstGeom>
          <a:noFill/>
          <a:ln>
            <a:noFill/>
          </a:ln>
        </p:spPr>
      </p:pic>
      <p:sp>
        <p:nvSpPr>
          <p:cNvPr id="126" name="Google Shape;126;p17"/>
          <p:cNvSpPr/>
          <p:nvPr/>
        </p:nvSpPr>
        <p:spPr>
          <a:xfrm>
            <a:off x="4289275" y="1266025"/>
            <a:ext cx="2140200" cy="8844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7"/>
          <p:cNvSpPr/>
          <p:nvPr/>
        </p:nvSpPr>
        <p:spPr>
          <a:xfrm>
            <a:off x="4289275" y="2225499"/>
            <a:ext cx="2140200" cy="884400"/>
          </a:xfrm>
          <a:prstGeom prst="rect">
            <a:avLst/>
          </a:prstGeom>
          <a:solidFill>
            <a:schemeClr val="dk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7"/>
          <p:cNvSpPr/>
          <p:nvPr/>
        </p:nvSpPr>
        <p:spPr>
          <a:xfrm>
            <a:off x="4289275" y="3184973"/>
            <a:ext cx="2140200" cy="884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9" name="Google Shape;129;p17" title="COB_1-Color-Gold.png"/>
          <p:cNvPicPr preferRelativeResize="0"/>
          <p:nvPr/>
        </p:nvPicPr>
        <p:blipFill rotWithShape="1">
          <a:blip r:embed="rId6">
            <a:alphaModFix/>
          </a:blip>
          <a:srcRect b="130" l="0" r="0" t="140"/>
          <a:stretch/>
        </p:blipFill>
        <p:spPr>
          <a:xfrm>
            <a:off x="4641451" y="1390384"/>
            <a:ext cx="1476575" cy="635700"/>
          </a:xfrm>
          <a:prstGeom prst="rect">
            <a:avLst/>
          </a:prstGeom>
          <a:noFill/>
          <a:ln>
            <a:noFill/>
          </a:ln>
        </p:spPr>
      </p:pic>
      <p:pic>
        <p:nvPicPr>
          <p:cNvPr id="130" name="Google Shape;130;p17" title="COB_1-Color-White.png"/>
          <p:cNvPicPr preferRelativeResize="0"/>
          <p:nvPr/>
        </p:nvPicPr>
        <p:blipFill rotWithShape="1">
          <a:blip r:embed="rId7">
            <a:alphaModFix/>
          </a:blip>
          <a:srcRect b="130" l="0" r="0" t="140"/>
          <a:stretch/>
        </p:blipFill>
        <p:spPr>
          <a:xfrm>
            <a:off x="4641451" y="2349859"/>
            <a:ext cx="1476575" cy="635700"/>
          </a:xfrm>
          <a:prstGeom prst="rect">
            <a:avLst/>
          </a:prstGeom>
          <a:noFill/>
          <a:ln>
            <a:noFill/>
          </a:ln>
        </p:spPr>
      </p:pic>
      <p:pic>
        <p:nvPicPr>
          <p:cNvPr id="131" name="Google Shape;131;p17" title="COB_1-Color-Black.png"/>
          <p:cNvPicPr preferRelativeResize="0"/>
          <p:nvPr/>
        </p:nvPicPr>
        <p:blipFill rotWithShape="1">
          <a:blip r:embed="rId8">
            <a:alphaModFix/>
          </a:blip>
          <a:srcRect b="130" l="0" r="0" t="140"/>
          <a:stretch/>
        </p:blipFill>
        <p:spPr>
          <a:xfrm>
            <a:off x="4641451" y="3309334"/>
            <a:ext cx="1476575" cy="635700"/>
          </a:xfrm>
          <a:prstGeom prst="rect">
            <a:avLst/>
          </a:prstGeom>
          <a:noFill/>
          <a:ln>
            <a:noFill/>
          </a:ln>
        </p:spPr>
      </p:pic>
      <p:sp>
        <p:nvSpPr>
          <p:cNvPr id="132" name="Google Shape;132;p17"/>
          <p:cNvSpPr/>
          <p:nvPr/>
        </p:nvSpPr>
        <p:spPr>
          <a:xfrm>
            <a:off x="6588100" y="1266025"/>
            <a:ext cx="2140200" cy="8844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3" name="Google Shape;133;p17" title="COB_1-Color-Black.png"/>
          <p:cNvPicPr preferRelativeResize="0"/>
          <p:nvPr/>
        </p:nvPicPr>
        <p:blipFill rotWithShape="1">
          <a:blip r:embed="rId8">
            <a:alphaModFix/>
          </a:blip>
          <a:srcRect b="130" l="0" r="0" t="140"/>
          <a:stretch/>
        </p:blipFill>
        <p:spPr>
          <a:xfrm>
            <a:off x="6940276" y="1390384"/>
            <a:ext cx="1476575" cy="635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8"/>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CLEAR SPACE</a:t>
            </a:r>
            <a:endParaRPr/>
          </a:p>
        </p:txBody>
      </p:sp>
      <p:sp>
        <p:nvSpPr>
          <p:cNvPr id="139" name="Google Shape;139;p18"/>
          <p:cNvSpPr/>
          <p:nvPr/>
        </p:nvSpPr>
        <p:spPr>
          <a:xfrm rot="5400000">
            <a:off x="5077353" y="1979801"/>
            <a:ext cx="1024800" cy="342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0" name="Google Shape;140;p18"/>
          <p:cNvPicPr preferRelativeResize="0"/>
          <p:nvPr/>
        </p:nvPicPr>
        <p:blipFill>
          <a:blip r:embed="rId3">
            <a:alphaModFix/>
          </a:blip>
          <a:stretch>
            <a:fillRect/>
          </a:stretch>
        </p:blipFill>
        <p:spPr>
          <a:xfrm>
            <a:off x="5775835" y="1981752"/>
            <a:ext cx="2343665" cy="304403"/>
          </a:xfrm>
          <a:prstGeom prst="rect">
            <a:avLst/>
          </a:prstGeom>
          <a:noFill/>
          <a:ln>
            <a:noFill/>
          </a:ln>
        </p:spPr>
      </p:pic>
      <p:sp>
        <p:nvSpPr>
          <p:cNvPr id="141" name="Google Shape;141;p18"/>
          <p:cNvSpPr/>
          <p:nvPr/>
        </p:nvSpPr>
        <p:spPr>
          <a:xfrm>
            <a:off x="5418309" y="2319978"/>
            <a:ext cx="2961600" cy="342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8"/>
          <p:cNvSpPr/>
          <p:nvPr/>
        </p:nvSpPr>
        <p:spPr>
          <a:xfrm rot="5400000">
            <a:off x="8038961" y="1979801"/>
            <a:ext cx="1024800" cy="342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8"/>
          <p:cNvSpPr/>
          <p:nvPr/>
        </p:nvSpPr>
        <p:spPr>
          <a:xfrm>
            <a:off x="5418309" y="1638851"/>
            <a:ext cx="2961600" cy="342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8"/>
          <p:cNvSpPr/>
          <p:nvPr/>
        </p:nvSpPr>
        <p:spPr>
          <a:xfrm>
            <a:off x="5418207" y="1638370"/>
            <a:ext cx="342900" cy="342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8"/>
          <p:cNvSpPr/>
          <p:nvPr/>
        </p:nvSpPr>
        <p:spPr>
          <a:xfrm>
            <a:off x="8379895" y="1638370"/>
            <a:ext cx="342900" cy="342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8"/>
          <p:cNvSpPr/>
          <p:nvPr/>
        </p:nvSpPr>
        <p:spPr>
          <a:xfrm>
            <a:off x="5425568" y="2319969"/>
            <a:ext cx="342900" cy="342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8387255" y="2319969"/>
            <a:ext cx="342900" cy="342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8"/>
          <p:cNvSpPr txBox="1"/>
          <p:nvPr>
            <p:ph type="title"/>
          </p:nvPr>
        </p:nvSpPr>
        <p:spPr>
          <a:xfrm>
            <a:off x="5329972" y="1393695"/>
            <a:ext cx="375600" cy="402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500">
                <a:solidFill>
                  <a:schemeClr val="accent4"/>
                </a:solidFill>
              </a:rPr>
              <a:t>R</a:t>
            </a:r>
            <a:endParaRPr sz="5500">
              <a:solidFill>
                <a:schemeClr val="accent4"/>
              </a:solidFill>
            </a:endParaRPr>
          </a:p>
        </p:txBody>
      </p:sp>
      <p:sp>
        <p:nvSpPr>
          <p:cNvPr id="149" name="Google Shape;149;p18"/>
          <p:cNvSpPr txBox="1"/>
          <p:nvPr>
            <p:ph type="title"/>
          </p:nvPr>
        </p:nvSpPr>
        <p:spPr>
          <a:xfrm>
            <a:off x="8288526" y="1393695"/>
            <a:ext cx="375600" cy="402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500">
                <a:solidFill>
                  <a:schemeClr val="accent4"/>
                </a:solidFill>
              </a:rPr>
              <a:t>R</a:t>
            </a:r>
            <a:endParaRPr sz="5500">
              <a:solidFill>
                <a:schemeClr val="accent4"/>
              </a:solidFill>
            </a:endParaRPr>
          </a:p>
        </p:txBody>
      </p:sp>
      <p:sp>
        <p:nvSpPr>
          <p:cNvPr id="150" name="Google Shape;150;p18"/>
          <p:cNvSpPr txBox="1"/>
          <p:nvPr>
            <p:ph type="title"/>
          </p:nvPr>
        </p:nvSpPr>
        <p:spPr>
          <a:xfrm>
            <a:off x="5329972" y="2267483"/>
            <a:ext cx="375600" cy="402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500">
                <a:solidFill>
                  <a:schemeClr val="accent4"/>
                </a:solidFill>
              </a:rPr>
              <a:t>R</a:t>
            </a:r>
            <a:endParaRPr sz="5500">
              <a:solidFill>
                <a:schemeClr val="accent4"/>
              </a:solidFill>
            </a:endParaRPr>
          </a:p>
        </p:txBody>
      </p:sp>
      <p:sp>
        <p:nvSpPr>
          <p:cNvPr id="151" name="Google Shape;151;p18"/>
          <p:cNvSpPr txBox="1"/>
          <p:nvPr>
            <p:ph type="title"/>
          </p:nvPr>
        </p:nvSpPr>
        <p:spPr>
          <a:xfrm>
            <a:off x="8288526" y="2267483"/>
            <a:ext cx="375600" cy="402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500">
                <a:solidFill>
                  <a:schemeClr val="accent4"/>
                </a:solidFill>
              </a:rPr>
              <a:t>R</a:t>
            </a:r>
            <a:endParaRPr sz="5500">
              <a:solidFill>
                <a:schemeClr val="accent4"/>
              </a:solidFill>
            </a:endParaRPr>
          </a:p>
        </p:txBody>
      </p:sp>
      <p:sp>
        <p:nvSpPr>
          <p:cNvPr id="152" name="Google Shape;152;p18"/>
          <p:cNvSpPr txBox="1"/>
          <p:nvPr>
            <p:ph idx="2" type="body"/>
          </p:nvPr>
        </p:nvSpPr>
        <p:spPr>
          <a:xfrm>
            <a:off x="233650" y="1266030"/>
            <a:ext cx="4205400" cy="328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t>There are no predetermined sizes for the Re Perez logo. Scale and proportion should be determined by the available space, aesthetics, function, and visibility. There is no preset maximum size for the logo. </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t>In print, the minimum size is 0.5”. For digital use, the minimum size for the standard logo is 80 pixels. 100 pixels is the smallest size apart from when using the logo as a favicon. There is a specific size for a favicon, which is a 16px tall file.</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9"/>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PRIMARY COLOR PALETTE</a:t>
            </a:r>
            <a:endParaRPr/>
          </a:p>
        </p:txBody>
      </p:sp>
      <p:sp>
        <p:nvSpPr>
          <p:cNvPr id="158" name="Google Shape;158;p19"/>
          <p:cNvSpPr/>
          <p:nvPr/>
        </p:nvSpPr>
        <p:spPr>
          <a:xfrm>
            <a:off x="233650" y="1190025"/>
            <a:ext cx="2779500" cy="2088000"/>
          </a:xfrm>
          <a:prstGeom prst="rect">
            <a:avLst/>
          </a:prstGeom>
          <a:solidFill>
            <a:srgbClr val="0E10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Manrope"/>
                <a:ea typeface="Manrope"/>
                <a:cs typeface="Manrope"/>
                <a:sym typeface="Manrope"/>
              </a:rPr>
              <a:t>Jet Black</a:t>
            </a:r>
            <a:br>
              <a:rPr lang="en" sz="1100">
                <a:solidFill>
                  <a:schemeClr val="lt1"/>
                </a:solidFill>
                <a:latin typeface="Manrope"/>
                <a:ea typeface="Manrope"/>
                <a:cs typeface="Manrope"/>
                <a:sym typeface="Manrope"/>
              </a:rPr>
            </a:br>
            <a:br>
              <a:rPr lang="en" sz="1100">
                <a:solidFill>
                  <a:schemeClr val="lt1"/>
                </a:solidFill>
                <a:latin typeface="Manrope"/>
                <a:ea typeface="Manrope"/>
                <a:cs typeface="Manrope"/>
                <a:sym typeface="Manrope"/>
              </a:rPr>
            </a:br>
            <a:r>
              <a:rPr lang="en" sz="1100">
                <a:solidFill>
                  <a:schemeClr val="lt1"/>
                </a:solidFill>
                <a:latin typeface="Manrope"/>
                <a:ea typeface="Manrope"/>
                <a:cs typeface="Manrope"/>
                <a:sym typeface="Manrope"/>
              </a:rPr>
              <a:t>Hex: #000000</a:t>
            </a:r>
            <a:br>
              <a:rPr lang="en" sz="1100">
                <a:solidFill>
                  <a:schemeClr val="lt1"/>
                </a:solidFill>
                <a:latin typeface="Manrope"/>
                <a:ea typeface="Manrope"/>
                <a:cs typeface="Manrope"/>
                <a:sym typeface="Manrope"/>
              </a:rPr>
            </a:br>
            <a:r>
              <a:rPr lang="en" sz="1100">
                <a:solidFill>
                  <a:schemeClr val="lt1"/>
                </a:solidFill>
                <a:latin typeface="Manrope"/>
                <a:ea typeface="Manrope"/>
                <a:cs typeface="Manrope"/>
                <a:sym typeface="Manrope"/>
              </a:rPr>
              <a:t>RGB 0/ 0 / 0</a:t>
            </a:r>
            <a:endParaRPr sz="1100">
              <a:solidFill>
                <a:schemeClr val="lt1"/>
              </a:solidFill>
              <a:latin typeface="Manrope"/>
              <a:ea typeface="Manrope"/>
              <a:cs typeface="Manrope"/>
              <a:sym typeface="Manrope"/>
            </a:endParaRPr>
          </a:p>
        </p:txBody>
      </p:sp>
      <p:sp>
        <p:nvSpPr>
          <p:cNvPr id="159" name="Google Shape;159;p19"/>
          <p:cNvSpPr/>
          <p:nvPr/>
        </p:nvSpPr>
        <p:spPr>
          <a:xfrm>
            <a:off x="233650" y="3277577"/>
            <a:ext cx="2779500" cy="1043700"/>
          </a:xfrm>
          <a:prstGeom prst="rect">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Manrope"/>
                <a:ea typeface="Manrope"/>
                <a:cs typeface="Manrope"/>
                <a:sym typeface="Manrope"/>
              </a:rPr>
              <a:t>White</a:t>
            </a:r>
            <a:endParaRPr sz="1100">
              <a:latin typeface="Manrope"/>
              <a:ea typeface="Manrope"/>
              <a:cs typeface="Manrope"/>
              <a:sym typeface="Manrope"/>
            </a:endParaRPr>
          </a:p>
          <a:p>
            <a:pPr indent="0" lvl="0" marL="0" rtl="0" algn="l">
              <a:spcBef>
                <a:spcPts val="0"/>
              </a:spcBef>
              <a:spcAft>
                <a:spcPts val="0"/>
              </a:spcAft>
              <a:buNone/>
            </a:pPr>
            <a:r>
              <a:rPr lang="en" sz="1100">
                <a:latin typeface="Manrope"/>
                <a:ea typeface="Manrope"/>
                <a:cs typeface="Manrope"/>
                <a:sym typeface="Manrope"/>
              </a:rPr>
              <a:t>Hex #ffffff</a:t>
            </a:r>
            <a:br>
              <a:rPr lang="en" sz="1100">
                <a:latin typeface="Manrope"/>
                <a:ea typeface="Manrope"/>
                <a:cs typeface="Manrope"/>
                <a:sym typeface="Manrope"/>
              </a:rPr>
            </a:br>
            <a:r>
              <a:rPr lang="en" sz="1100">
                <a:latin typeface="Manrope"/>
                <a:ea typeface="Manrope"/>
                <a:cs typeface="Manrope"/>
                <a:sym typeface="Manrope"/>
              </a:rPr>
              <a:t>RGB 255 / 255 / 255</a:t>
            </a:r>
            <a:endParaRPr sz="1100">
              <a:latin typeface="Manrope"/>
              <a:ea typeface="Manrope"/>
              <a:cs typeface="Manrope"/>
              <a:sym typeface="Manrope"/>
            </a:endParaRPr>
          </a:p>
        </p:txBody>
      </p:sp>
      <p:sp>
        <p:nvSpPr>
          <p:cNvPr id="160" name="Google Shape;160;p19"/>
          <p:cNvSpPr/>
          <p:nvPr/>
        </p:nvSpPr>
        <p:spPr>
          <a:xfrm>
            <a:off x="3012903" y="1190025"/>
            <a:ext cx="5784600" cy="1043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Manrope"/>
                <a:ea typeface="Manrope"/>
                <a:cs typeface="Manrope"/>
                <a:sym typeface="Manrope"/>
              </a:rPr>
              <a:t>Chamoisee</a:t>
            </a:r>
            <a:br>
              <a:rPr lang="en" sz="1100">
                <a:latin typeface="Manrope"/>
                <a:ea typeface="Manrope"/>
                <a:cs typeface="Manrope"/>
                <a:sym typeface="Manrope"/>
              </a:rPr>
            </a:br>
            <a:r>
              <a:rPr lang="en" sz="1100">
                <a:latin typeface="Manrope"/>
                <a:ea typeface="Manrope"/>
                <a:cs typeface="Manrope"/>
                <a:sym typeface="Manrope"/>
              </a:rPr>
              <a:t>Hex: #a07f56 </a:t>
            </a:r>
            <a:br>
              <a:rPr lang="en" sz="1100">
                <a:latin typeface="Manrope"/>
                <a:ea typeface="Manrope"/>
                <a:cs typeface="Manrope"/>
                <a:sym typeface="Manrope"/>
              </a:rPr>
            </a:br>
            <a:r>
              <a:rPr lang="en" sz="1100">
                <a:latin typeface="Manrope"/>
                <a:ea typeface="Manrope"/>
                <a:cs typeface="Manrope"/>
                <a:sym typeface="Manrope"/>
              </a:rPr>
              <a:t>RGB: 160 / 127 / 86</a:t>
            </a:r>
            <a:endParaRPr sz="1100">
              <a:latin typeface="Manrope"/>
              <a:ea typeface="Manrope"/>
              <a:cs typeface="Manrope"/>
              <a:sym typeface="Manrope"/>
            </a:endParaRPr>
          </a:p>
        </p:txBody>
      </p:sp>
      <p:sp>
        <p:nvSpPr>
          <p:cNvPr id="161" name="Google Shape;161;p19"/>
          <p:cNvSpPr/>
          <p:nvPr/>
        </p:nvSpPr>
        <p:spPr>
          <a:xfrm>
            <a:off x="3012928" y="2233847"/>
            <a:ext cx="5784600" cy="1043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Manrope"/>
                <a:ea typeface="Manrope"/>
                <a:cs typeface="Manrope"/>
                <a:sym typeface="Manrope"/>
              </a:rPr>
              <a:t>Khaki</a:t>
            </a:r>
            <a:br>
              <a:rPr lang="en" sz="1100">
                <a:latin typeface="Manrope"/>
                <a:ea typeface="Manrope"/>
                <a:cs typeface="Manrope"/>
                <a:sym typeface="Manrope"/>
              </a:rPr>
            </a:br>
            <a:r>
              <a:rPr lang="en" sz="1100">
                <a:latin typeface="Manrope"/>
                <a:ea typeface="Manrope"/>
                <a:cs typeface="Manrope"/>
                <a:sym typeface="Manrope"/>
              </a:rPr>
              <a:t>Hex: #BCB2A6 </a:t>
            </a:r>
            <a:br>
              <a:rPr lang="en" sz="1100">
                <a:latin typeface="Manrope"/>
                <a:ea typeface="Manrope"/>
                <a:cs typeface="Manrope"/>
                <a:sym typeface="Manrope"/>
              </a:rPr>
            </a:br>
            <a:r>
              <a:rPr lang="en" sz="1100">
                <a:latin typeface="Manrope"/>
                <a:ea typeface="Manrope"/>
                <a:cs typeface="Manrope"/>
                <a:sym typeface="Manrope"/>
              </a:rPr>
              <a:t>RGB: 188 / 178 / 166</a:t>
            </a:r>
            <a:endParaRPr sz="1100">
              <a:latin typeface="Manrope"/>
              <a:ea typeface="Manrope"/>
              <a:cs typeface="Manrope"/>
              <a:sym typeface="Manrope"/>
            </a:endParaRPr>
          </a:p>
        </p:txBody>
      </p:sp>
      <p:sp>
        <p:nvSpPr>
          <p:cNvPr id="162" name="Google Shape;162;p19"/>
          <p:cNvSpPr/>
          <p:nvPr/>
        </p:nvSpPr>
        <p:spPr>
          <a:xfrm>
            <a:off x="3012928" y="3277577"/>
            <a:ext cx="5784600" cy="1043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Manrope"/>
                <a:ea typeface="Manrope"/>
                <a:cs typeface="Manrope"/>
                <a:sym typeface="Manrope"/>
              </a:rPr>
              <a:t>Linen</a:t>
            </a:r>
            <a:br>
              <a:rPr lang="en" sz="1100">
                <a:latin typeface="Manrope"/>
                <a:ea typeface="Manrope"/>
                <a:cs typeface="Manrope"/>
                <a:sym typeface="Manrope"/>
              </a:rPr>
            </a:br>
            <a:r>
              <a:rPr lang="en" sz="1100">
                <a:latin typeface="Manrope"/>
                <a:ea typeface="Manrope"/>
                <a:cs typeface="Manrope"/>
                <a:sym typeface="Manrope"/>
              </a:rPr>
              <a:t>Hex: #ede3da</a:t>
            </a:r>
            <a:br>
              <a:rPr lang="en" sz="1100">
                <a:latin typeface="Manrope"/>
                <a:ea typeface="Manrope"/>
                <a:cs typeface="Manrope"/>
                <a:sym typeface="Manrope"/>
              </a:rPr>
            </a:br>
            <a:r>
              <a:rPr lang="en" sz="1100">
                <a:latin typeface="Manrope"/>
                <a:ea typeface="Manrope"/>
                <a:cs typeface="Manrope"/>
                <a:sym typeface="Manrope"/>
              </a:rPr>
              <a:t>RGB: 237 / 227 / 218</a:t>
            </a:r>
            <a:endParaRPr sz="1100">
              <a:latin typeface="Manrope"/>
              <a:ea typeface="Manrope"/>
              <a:cs typeface="Manrope"/>
              <a:sym typeface="Manrop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0"/>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SECONDARY COLOR PALETTE</a:t>
            </a:r>
            <a:endParaRPr/>
          </a:p>
        </p:txBody>
      </p:sp>
      <p:sp>
        <p:nvSpPr>
          <p:cNvPr id="168" name="Google Shape;168;p20"/>
          <p:cNvSpPr/>
          <p:nvPr/>
        </p:nvSpPr>
        <p:spPr>
          <a:xfrm>
            <a:off x="233650" y="1266030"/>
            <a:ext cx="2779500" cy="1999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Manrope"/>
                <a:ea typeface="Manrope"/>
                <a:cs typeface="Manrope"/>
                <a:sym typeface="Manrope"/>
              </a:rPr>
              <a:t>Ebony</a:t>
            </a:r>
            <a:br>
              <a:rPr lang="en" sz="1100">
                <a:solidFill>
                  <a:schemeClr val="lt1"/>
                </a:solidFill>
                <a:latin typeface="Manrope"/>
                <a:ea typeface="Manrope"/>
                <a:cs typeface="Manrope"/>
                <a:sym typeface="Manrope"/>
              </a:rPr>
            </a:br>
            <a:br>
              <a:rPr lang="en" sz="1100">
                <a:solidFill>
                  <a:schemeClr val="lt1"/>
                </a:solidFill>
                <a:latin typeface="Manrope"/>
                <a:ea typeface="Manrope"/>
                <a:cs typeface="Manrope"/>
                <a:sym typeface="Manrope"/>
              </a:rPr>
            </a:br>
            <a:r>
              <a:rPr lang="en" sz="1100">
                <a:solidFill>
                  <a:schemeClr val="lt1"/>
                </a:solidFill>
                <a:latin typeface="Manrope"/>
                <a:ea typeface="Manrope"/>
                <a:cs typeface="Manrope"/>
                <a:sym typeface="Manrope"/>
              </a:rPr>
              <a:t>Hex: </a:t>
            </a:r>
            <a:r>
              <a:rPr lang="en" sz="1100">
                <a:solidFill>
                  <a:schemeClr val="lt1"/>
                </a:solidFill>
                <a:latin typeface="Manrope"/>
                <a:ea typeface="Manrope"/>
                <a:cs typeface="Manrope"/>
                <a:sym typeface="Manrope"/>
              </a:rPr>
              <a:t>#5D685B</a:t>
            </a:r>
            <a:br>
              <a:rPr lang="en" sz="1100">
                <a:solidFill>
                  <a:schemeClr val="lt1"/>
                </a:solidFill>
                <a:latin typeface="Manrope"/>
                <a:ea typeface="Manrope"/>
                <a:cs typeface="Manrope"/>
                <a:sym typeface="Manrope"/>
              </a:rPr>
            </a:br>
            <a:r>
              <a:rPr lang="en" sz="1100">
                <a:solidFill>
                  <a:schemeClr val="lt1"/>
                </a:solidFill>
                <a:latin typeface="Manrope"/>
                <a:ea typeface="Manrope"/>
                <a:cs typeface="Manrope"/>
                <a:sym typeface="Manrope"/>
              </a:rPr>
              <a:t>RGB 93 / 104 /91</a:t>
            </a:r>
            <a:endParaRPr sz="1100">
              <a:solidFill>
                <a:schemeClr val="lt1"/>
              </a:solidFill>
              <a:latin typeface="Manrope"/>
              <a:ea typeface="Manrope"/>
              <a:cs typeface="Manrope"/>
              <a:sym typeface="Manrope"/>
            </a:endParaRPr>
          </a:p>
        </p:txBody>
      </p:sp>
      <p:sp>
        <p:nvSpPr>
          <p:cNvPr id="169" name="Google Shape;169;p20"/>
          <p:cNvSpPr/>
          <p:nvPr/>
        </p:nvSpPr>
        <p:spPr>
          <a:xfrm>
            <a:off x="233650" y="3265288"/>
            <a:ext cx="2779500" cy="999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Manrope"/>
                <a:ea typeface="Manrope"/>
                <a:cs typeface="Manrope"/>
                <a:sym typeface="Manrope"/>
              </a:rPr>
              <a:t>Sage</a:t>
            </a:r>
            <a:endParaRPr sz="1100">
              <a:solidFill>
                <a:schemeClr val="lt1"/>
              </a:solidFill>
              <a:latin typeface="Manrope"/>
              <a:ea typeface="Manrope"/>
              <a:cs typeface="Manrope"/>
              <a:sym typeface="Manrope"/>
            </a:endParaRPr>
          </a:p>
          <a:p>
            <a:pPr indent="0" lvl="0" marL="0" rtl="0" algn="l">
              <a:spcBef>
                <a:spcPts val="0"/>
              </a:spcBef>
              <a:spcAft>
                <a:spcPts val="0"/>
              </a:spcAft>
              <a:buNone/>
            </a:pPr>
            <a:r>
              <a:rPr lang="en" sz="1100">
                <a:solidFill>
                  <a:schemeClr val="lt1"/>
                </a:solidFill>
                <a:latin typeface="Manrope"/>
                <a:ea typeface="Manrope"/>
                <a:cs typeface="Manrope"/>
                <a:sym typeface="Manrope"/>
              </a:rPr>
              <a:t>Hex </a:t>
            </a:r>
            <a:r>
              <a:rPr lang="en" sz="1100">
                <a:solidFill>
                  <a:schemeClr val="lt1"/>
                </a:solidFill>
                <a:latin typeface="Manrope"/>
                <a:ea typeface="Manrope"/>
                <a:cs typeface="Manrope"/>
                <a:sym typeface="Manrope"/>
              </a:rPr>
              <a:t>#a4a082</a:t>
            </a:r>
            <a:br>
              <a:rPr lang="en" sz="1100">
                <a:solidFill>
                  <a:schemeClr val="lt1"/>
                </a:solidFill>
                <a:latin typeface="Manrope"/>
                <a:ea typeface="Manrope"/>
                <a:cs typeface="Manrope"/>
                <a:sym typeface="Manrope"/>
              </a:rPr>
            </a:br>
            <a:r>
              <a:rPr lang="en" sz="1100">
                <a:solidFill>
                  <a:schemeClr val="lt1"/>
                </a:solidFill>
                <a:latin typeface="Manrope"/>
                <a:ea typeface="Manrope"/>
                <a:cs typeface="Manrope"/>
                <a:sym typeface="Manrope"/>
              </a:rPr>
              <a:t>RGB 164 / 160 / 130</a:t>
            </a:r>
            <a:endParaRPr sz="1100">
              <a:solidFill>
                <a:schemeClr val="lt1"/>
              </a:solidFill>
              <a:latin typeface="Manrope"/>
              <a:ea typeface="Manrope"/>
              <a:cs typeface="Manrope"/>
              <a:sym typeface="Manrope"/>
            </a:endParaRPr>
          </a:p>
        </p:txBody>
      </p:sp>
      <p:sp>
        <p:nvSpPr>
          <p:cNvPr id="170" name="Google Shape;170;p20"/>
          <p:cNvSpPr/>
          <p:nvPr/>
        </p:nvSpPr>
        <p:spPr>
          <a:xfrm>
            <a:off x="3012926" y="1266030"/>
            <a:ext cx="5784600" cy="999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Manrope"/>
                <a:ea typeface="Manrope"/>
                <a:cs typeface="Manrope"/>
                <a:sym typeface="Manrope"/>
              </a:rPr>
              <a:t>Payne’s Gray</a:t>
            </a:r>
            <a:br>
              <a:rPr lang="en" sz="1100">
                <a:solidFill>
                  <a:schemeClr val="lt1"/>
                </a:solidFill>
                <a:latin typeface="Manrope"/>
                <a:ea typeface="Manrope"/>
                <a:cs typeface="Manrope"/>
                <a:sym typeface="Manrope"/>
              </a:rPr>
            </a:br>
            <a:r>
              <a:rPr lang="en" sz="1100">
                <a:solidFill>
                  <a:schemeClr val="lt1"/>
                </a:solidFill>
                <a:latin typeface="Manrope"/>
                <a:ea typeface="Manrope"/>
                <a:cs typeface="Manrope"/>
                <a:sym typeface="Manrope"/>
              </a:rPr>
              <a:t>Hex: </a:t>
            </a:r>
            <a:r>
              <a:rPr lang="en" sz="1100">
                <a:solidFill>
                  <a:schemeClr val="lt1"/>
                </a:solidFill>
                <a:latin typeface="Manrope"/>
                <a:ea typeface="Manrope"/>
                <a:cs typeface="Manrope"/>
                <a:sym typeface="Manrope"/>
              </a:rPr>
              <a:t>#607077</a:t>
            </a:r>
            <a:br>
              <a:rPr lang="en" sz="1100">
                <a:solidFill>
                  <a:schemeClr val="lt1"/>
                </a:solidFill>
                <a:latin typeface="Manrope"/>
                <a:ea typeface="Manrope"/>
                <a:cs typeface="Manrope"/>
                <a:sym typeface="Manrope"/>
              </a:rPr>
            </a:br>
            <a:r>
              <a:rPr lang="en" sz="1100">
                <a:solidFill>
                  <a:schemeClr val="lt1"/>
                </a:solidFill>
                <a:latin typeface="Manrope"/>
                <a:ea typeface="Manrope"/>
                <a:cs typeface="Manrope"/>
                <a:sym typeface="Manrope"/>
              </a:rPr>
              <a:t>RGB: 96 / 112 / 119</a:t>
            </a:r>
            <a:endParaRPr sz="1100">
              <a:solidFill>
                <a:schemeClr val="lt1"/>
              </a:solidFill>
              <a:latin typeface="Manrope"/>
              <a:ea typeface="Manrope"/>
              <a:cs typeface="Manrope"/>
              <a:sym typeface="Manrope"/>
            </a:endParaRPr>
          </a:p>
        </p:txBody>
      </p:sp>
      <p:sp>
        <p:nvSpPr>
          <p:cNvPr id="171" name="Google Shape;171;p20"/>
          <p:cNvSpPr/>
          <p:nvPr/>
        </p:nvSpPr>
        <p:spPr>
          <a:xfrm>
            <a:off x="3012951" y="2265703"/>
            <a:ext cx="5784600" cy="9999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Manrope"/>
                <a:ea typeface="Manrope"/>
                <a:cs typeface="Manrope"/>
                <a:sym typeface="Manrope"/>
              </a:rPr>
              <a:t>Cadet Gray</a:t>
            </a:r>
            <a:br>
              <a:rPr lang="en" sz="1100">
                <a:solidFill>
                  <a:schemeClr val="lt1"/>
                </a:solidFill>
                <a:latin typeface="Manrope"/>
                <a:ea typeface="Manrope"/>
                <a:cs typeface="Manrope"/>
                <a:sym typeface="Manrope"/>
              </a:rPr>
            </a:br>
            <a:r>
              <a:rPr lang="en" sz="1100">
                <a:solidFill>
                  <a:schemeClr val="lt1"/>
                </a:solidFill>
                <a:latin typeface="Manrope"/>
                <a:ea typeface="Manrope"/>
                <a:cs typeface="Manrope"/>
                <a:sym typeface="Manrope"/>
              </a:rPr>
              <a:t>Hex: #</a:t>
            </a:r>
            <a:r>
              <a:rPr lang="en" sz="1100">
                <a:solidFill>
                  <a:schemeClr val="lt1"/>
                </a:solidFill>
                <a:latin typeface="Manrope"/>
                <a:ea typeface="Manrope"/>
                <a:cs typeface="Manrope"/>
                <a:sym typeface="Manrope"/>
              </a:rPr>
              <a:t>789094</a:t>
            </a:r>
            <a:br>
              <a:rPr lang="en" sz="1100">
                <a:solidFill>
                  <a:schemeClr val="lt1"/>
                </a:solidFill>
                <a:latin typeface="Manrope"/>
                <a:ea typeface="Manrope"/>
                <a:cs typeface="Manrope"/>
                <a:sym typeface="Manrope"/>
              </a:rPr>
            </a:br>
            <a:r>
              <a:rPr lang="en" sz="1100">
                <a:solidFill>
                  <a:schemeClr val="lt1"/>
                </a:solidFill>
                <a:latin typeface="Manrope"/>
                <a:ea typeface="Manrope"/>
                <a:cs typeface="Manrope"/>
                <a:sym typeface="Manrope"/>
              </a:rPr>
              <a:t>RGB: 120 / 144 / 148</a:t>
            </a:r>
            <a:endParaRPr sz="1100">
              <a:solidFill>
                <a:schemeClr val="lt1"/>
              </a:solidFill>
              <a:latin typeface="Manrope"/>
              <a:ea typeface="Manrope"/>
              <a:cs typeface="Manrope"/>
              <a:sym typeface="Manrope"/>
            </a:endParaRPr>
          </a:p>
        </p:txBody>
      </p:sp>
      <p:sp>
        <p:nvSpPr>
          <p:cNvPr id="172" name="Google Shape;172;p20"/>
          <p:cNvSpPr/>
          <p:nvPr/>
        </p:nvSpPr>
        <p:spPr>
          <a:xfrm>
            <a:off x="3012951" y="3265288"/>
            <a:ext cx="5784600" cy="9999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Manrope"/>
                <a:ea typeface="Manrope"/>
                <a:cs typeface="Manrope"/>
                <a:sym typeface="Manrope"/>
              </a:rPr>
              <a:t>Russet</a:t>
            </a:r>
            <a:br>
              <a:rPr lang="en" sz="1100">
                <a:solidFill>
                  <a:schemeClr val="lt1"/>
                </a:solidFill>
                <a:latin typeface="Manrope"/>
                <a:ea typeface="Manrope"/>
                <a:cs typeface="Manrope"/>
                <a:sym typeface="Manrope"/>
              </a:rPr>
            </a:br>
            <a:r>
              <a:rPr lang="en" sz="1100">
                <a:solidFill>
                  <a:schemeClr val="lt1"/>
                </a:solidFill>
                <a:latin typeface="Manrope"/>
                <a:ea typeface="Manrope"/>
                <a:cs typeface="Manrope"/>
                <a:sym typeface="Manrope"/>
              </a:rPr>
              <a:t>Hex: </a:t>
            </a:r>
            <a:r>
              <a:rPr lang="en" sz="1100">
                <a:solidFill>
                  <a:schemeClr val="lt1"/>
                </a:solidFill>
                <a:latin typeface="Manrope"/>
                <a:ea typeface="Manrope"/>
                <a:cs typeface="Manrope"/>
                <a:sym typeface="Manrope"/>
              </a:rPr>
              <a:t>#915335</a:t>
            </a:r>
            <a:br>
              <a:rPr lang="en" sz="1100">
                <a:solidFill>
                  <a:schemeClr val="lt1"/>
                </a:solidFill>
                <a:latin typeface="Manrope"/>
                <a:ea typeface="Manrope"/>
                <a:cs typeface="Manrope"/>
                <a:sym typeface="Manrope"/>
              </a:rPr>
            </a:br>
            <a:r>
              <a:rPr lang="en" sz="1100">
                <a:solidFill>
                  <a:schemeClr val="lt1"/>
                </a:solidFill>
                <a:latin typeface="Manrope"/>
                <a:ea typeface="Manrope"/>
                <a:cs typeface="Manrope"/>
                <a:sym typeface="Manrope"/>
              </a:rPr>
              <a:t>RGB: 145 / 83 / 53</a:t>
            </a:r>
            <a:endParaRPr sz="1100">
              <a:solidFill>
                <a:schemeClr val="lt1"/>
              </a:solidFill>
              <a:latin typeface="Manrope"/>
              <a:ea typeface="Manrope"/>
              <a:cs typeface="Manrope"/>
              <a:sym typeface="Manrop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1"/>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TYPOGRAPHY TREATMENT</a:t>
            </a:r>
            <a:endParaRPr b="0"/>
          </a:p>
        </p:txBody>
      </p:sp>
      <p:sp>
        <p:nvSpPr>
          <p:cNvPr id="178" name="Google Shape;178;p21"/>
          <p:cNvSpPr txBox="1"/>
          <p:nvPr>
            <p:ph idx="1" type="body"/>
          </p:nvPr>
        </p:nvSpPr>
        <p:spPr>
          <a:xfrm>
            <a:off x="233650" y="1266025"/>
            <a:ext cx="8515200" cy="30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t>We follow a style and visual hierarchy similar to newspapers and magazines: headlines, category headers, introductory text, subheads, and body copy. We don’t need to use every element in every layout. Instead, we should use the right format for the content and the user experience. The example to the right provides a guide on how to organize text. See example on next slide.</a:t>
            </a:r>
            <a:endParaRPr sz="1100"/>
          </a:p>
          <a:p>
            <a:pPr indent="0" lvl="0" marL="0" rtl="0" algn="l">
              <a:spcBef>
                <a:spcPts val="500"/>
              </a:spcBef>
              <a:spcAft>
                <a:spcPts val="0"/>
              </a:spcAft>
              <a:buClr>
                <a:schemeClr val="dk1"/>
              </a:buClr>
              <a:buSzPts val="1100"/>
              <a:buFont typeface="Arial"/>
              <a:buNone/>
            </a:pPr>
            <a:r>
              <a:t/>
            </a:r>
            <a:endParaRPr sz="1100"/>
          </a:p>
          <a:p>
            <a:pPr indent="-298450" lvl="0" marL="457200" rtl="0" algn="l">
              <a:spcBef>
                <a:spcPts val="500"/>
              </a:spcBef>
              <a:spcAft>
                <a:spcPts val="0"/>
              </a:spcAft>
              <a:buSzPts val="1100"/>
              <a:buChar char="■"/>
            </a:pPr>
            <a:r>
              <a:rPr b="1" lang="en" sz="1100"/>
              <a:t>Eyebrow.</a:t>
            </a:r>
            <a:r>
              <a:rPr lang="en" sz="1100"/>
              <a:t> An eyebrow headline is descriptive keyword or phrase placed above the main headlines.</a:t>
            </a:r>
            <a:endParaRPr sz="1100"/>
          </a:p>
          <a:p>
            <a:pPr indent="-298450" lvl="0" marL="457200" rtl="0" algn="l">
              <a:spcBef>
                <a:spcPts val="1000"/>
              </a:spcBef>
              <a:spcAft>
                <a:spcPts val="0"/>
              </a:spcAft>
              <a:buSzPts val="1100"/>
              <a:buChar char="■"/>
            </a:pPr>
            <a:r>
              <a:rPr b="1" lang="en" sz="1100"/>
              <a:t>Headline.</a:t>
            </a:r>
            <a:r>
              <a:rPr lang="en" sz="1100"/>
              <a:t> Headlines are short, non-descriptive statements. The copy should be used to create intrigue.</a:t>
            </a:r>
            <a:endParaRPr sz="1100"/>
          </a:p>
          <a:p>
            <a:pPr indent="-298450" lvl="0" marL="457200" rtl="0" algn="l">
              <a:spcBef>
                <a:spcPts val="1000"/>
              </a:spcBef>
              <a:spcAft>
                <a:spcPts val="0"/>
              </a:spcAft>
              <a:buSzPts val="1100"/>
              <a:buChar char="■"/>
            </a:pPr>
            <a:r>
              <a:rPr b="1" lang="en" sz="1100"/>
              <a:t>Subhead. </a:t>
            </a:r>
            <a:r>
              <a:rPr lang="en" sz="1100"/>
              <a:t>Sub-headlines introduce an additional category.</a:t>
            </a:r>
            <a:endParaRPr sz="1100"/>
          </a:p>
          <a:p>
            <a:pPr indent="-298450" lvl="0" marL="457200" rtl="0" algn="l">
              <a:spcBef>
                <a:spcPts val="1000"/>
              </a:spcBef>
              <a:spcAft>
                <a:spcPts val="0"/>
              </a:spcAft>
              <a:buSzPts val="1100"/>
              <a:buChar char="■"/>
            </a:pPr>
            <a:r>
              <a:rPr b="1" lang="en" sz="1100"/>
              <a:t>Body Copy.</a:t>
            </a:r>
            <a:r>
              <a:rPr lang="en" sz="1100"/>
              <a:t> Body copy delivers a detailed message.</a:t>
            </a:r>
            <a:endParaRPr sz="1100"/>
          </a:p>
          <a:p>
            <a:pPr indent="0" lvl="0" marL="0" rtl="0" algn="l">
              <a:spcBef>
                <a:spcPts val="1000"/>
              </a:spcBef>
              <a:spcAft>
                <a:spcPts val="500"/>
              </a:spcAft>
              <a:buNone/>
            </a:pPr>
            <a:r>
              <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2"/>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TYPOGRAPHY TREATMENT: </a:t>
            </a:r>
            <a:r>
              <a:rPr lang="en">
                <a:solidFill>
                  <a:schemeClr val="dk2"/>
                </a:solidFill>
              </a:rPr>
              <a:t>WEBSITE</a:t>
            </a:r>
            <a:endParaRPr>
              <a:solidFill>
                <a:schemeClr val="dk2"/>
              </a:solidFill>
            </a:endParaRPr>
          </a:p>
        </p:txBody>
      </p:sp>
      <p:sp>
        <p:nvSpPr>
          <p:cNvPr id="184" name="Google Shape;184;p22"/>
          <p:cNvSpPr/>
          <p:nvPr/>
        </p:nvSpPr>
        <p:spPr>
          <a:xfrm>
            <a:off x="1931525" y="1011195"/>
            <a:ext cx="6840300" cy="343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latin typeface="Raleway"/>
                <a:ea typeface="Raleway"/>
                <a:cs typeface="Raleway"/>
                <a:sym typeface="Raleway"/>
              </a:rPr>
              <a:t>EYEBROW</a:t>
            </a:r>
            <a:endParaRPr sz="1000">
              <a:latin typeface="Raleway"/>
              <a:ea typeface="Raleway"/>
              <a:cs typeface="Raleway"/>
              <a:sym typeface="Raleway"/>
            </a:endParaRPr>
          </a:p>
          <a:p>
            <a:pPr indent="0" lvl="0" marL="0" rtl="0" algn="l">
              <a:lnSpc>
                <a:spcPct val="100000"/>
              </a:lnSpc>
              <a:spcBef>
                <a:spcPts val="0"/>
              </a:spcBef>
              <a:spcAft>
                <a:spcPts val="0"/>
              </a:spcAft>
              <a:buNone/>
            </a:pPr>
            <a:r>
              <a:rPr lang="en" sz="1000">
                <a:latin typeface="Raleway"/>
                <a:ea typeface="Raleway"/>
                <a:cs typeface="Raleway"/>
                <a:sym typeface="Raleway"/>
              </a:rPr>
              <a:t>(Raleway // Type Size 10 pt.)</a:t>
            </a:r>
            <a:endParaRPr sz="1000">
              <a:solidFill>
                <a:schemeClr val="dk1"/>
              </a:solidFill>
              <a:latin typeface="Raleway"/>
              <a:ea typeface="Raleway"/>
              <a:cs typeface="Raleway"/>
              <a:sym typeface="Raleway"/>
            </a:endParaRPr>
          </a:p>
        </p:txBody>
      </p:sp>
      <p:sp>
        <p:nvSpPr>
          <p:cNvPr id="185" name="Google Shape;185;p22"/>
          <p:cNvSpPr/>
          <p:nvPr/>
        </p:nvSpPr>
        <p:spPr>
          <a:xfrm>
            <a:off x="285600" y="1011275"/>
            <a:ext cx="1186800" cy="3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Raleway"/>
                <a:ea typeface="Raleway"/>
                <a:cs typeface="Raleway"/>
                <a:sym typeface="Raleway"/>
              </a:rPr>
              <a:t>EYEBROW</a:t>
            </a:r>
            <a:endParaRPr sz="1000">
              <a:latin typeface="Raleway"/>
              <a:ea typeface="Raleway"/>
              <a:cs typeface="Raleway"/>
              <a:sym typeface="Raleway"/>
            </a:endParaRPr>
          </a:p>
        </p:txBody>
      </p:sp>
      <p:cxnSp>
        <p:nvCxnSpPr>
          <p:cNvPr id="186" name="Google Shape;186;p22"/>
          <p:cNvCxnSpPr/>
          <p:nvPr/>
        </p:nvCxnSpPr>
        <p:spPr>
          <a:xfrm>
            <a:off x="1374725" y="1187760"/>
            <a:ext cx="509700" cy="0"/>
          </a:xfrm>
          <a:prstGeom prst="straightConnector1">
            <a:avLst/>
          </a:prstGeom>
          <a:noFill/>
          <a:ln cap="flat" cmpd="sng" w="9525">
            <a:solidFill>
              <a:schemeClr val="dk2"/>
            </a:solidFill>
            <a:prstDash val="dot"/>
            <a:round/>
            <a:headEnd len="med" w="med" type="none"/>
            <a:tailEnd len="med" w="med" type="triangle"/>
          </a:ln>
        </p:spPr>
      </p:cxnSp>
      <p:sp>
        <p:nvSpPr>
          <p:cNvPr id="187" name="Google Shape;187;p22"/>
          <p:cNvSpPr/>
          <p:nvPr/>
        </p:nvSpPr>
        <p:spPr>
          <a:xfrm>
            <a:off x="285600" y="1533154"/>
            <a:ext cx="1186800" cy="3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Raleway"/>
                <a:ea typeface="Raleway"/>
                <a:cs typeface="Raleway"/>
                <a:sym typeface="Raleway"/>
              </a:rPr>
              <a:t>HEADLINE (H1) </a:t>
            </a:r>
            <a:endParaRPr sz="1000">
              <a:latin typeface="Raleway"/>
              <a:ea typeface="Raleway"/>
              <a:cs typeface="Raleway"/>
              <a:sym typeface="Raleway"/>
            </a:endParaRPr>
          </a:p>
        </p:txBody>
      </p:sp>
      <p:cxnSp>
        <p:nvCxnSpPr>
          <p:cNvPr id="188" name="Google Shape;188;p22"/>
          <p:cNvCxnSpPr/>
          <p:nvPr/>
        </p:nvCxnSpPr>
        <p:spPr>
          <a:xfrm>
            <a:off x="1374725" y="1659260"/>
            <a:ext cx="509700" cy="0"/>
          </a:xfrm>
          <a:prstGeom prst="straightConnector1">
            <a:avLst/>
          </a:prstGeom>
          <a:noFill/>
          <a:ln cap="flat" cmpd="sng" w="9525">
            <a:solidFill>
              <a:schemeClr val="dk2"/>
            </a:solidFill>
            <a:prstDash val="dot"/>
            <a:round/>
            <a:headEnd len="med" w="med" type="none"/>
            <a:tailEnd len="med" w="med" type="triangle"/>
          </a:ln>
        </p:spPr>
      </p:cxnSp>
      <p:sp>
        <p:nvSpPr>
          <p:cNvPr id="189" name="Google Shape;189;p22"/>
          <p:cNvSpPr/>
          <p:nvPr/>
        </p:nvSpPr>
        <p:spPr>
          <a:xfrm>
            <a:off x="285600" y="2460379"/>
            <a:ext cx="1186800" cy="3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Raleway"/>
                <a:ea typeface="Raleway"/>
                <a:cs typeface="Raleway"/>
                <a:sym typeface="Raleway"/>
              </a:rPr>
              <a:t>SUB HEAD (H2) </a:t>
            </a:r>
            <a:endParaRPr sz="1000">
              <a:latin typeface="Raleway"/>
              <a:ea typeface="Raleway"/>
              <a:cs typeface="Raleway"/>
              <a:sym typeface="Raleway"/>
            </a:endParaRPr>
          </a:p>
        </p:txBody>
      </p:sp>
      <p:cxnSp>
        <p:nvCxnSpPr>
          <p:cNvPr id="190" name="Google Shape;190;p22"/>
          <p:cNvCxnSpPr/>
          <p:nvPr/>
        </p:nvCxnSpPr>
        <p:spPr>
          <a:xfrm>
            <a:off x="1374725" y="2636863"/>
            <a:ext cx="509700" cy="0"/>
          </a:xfrm>
          <a:prstGeom prst="straightConnector1">
            <a:avLst/>
          </a:prstGeom>
          <a:noFill/>
          <a:ln cap="flat" cmpd="sng" w="9525">
            <a:solidFill>
              <a:schemeClr val="dk2"/>
            </a:solidFill>
            <a:prstDash val="dot"/>
            <a:round/>
            <a:headEnd len="med" w="med" type="none"/>
            <a:tailEnd len="med" w="med" type="triangle"/>
          </a:ln>
        </p:spPr>
      </p:cxnSp>
      <p:sp>
        <p:nvSpPr>
          <p:cNvPr id="191" name="Google Shape;191;p22"/>
          <p:cNvSpPr/>
          <p:nvPr/>
        </p:nvSpPr>
        <p:spPr>
          <a:xfrm>
            <a:off x="285600" y="3319473"/>
            <a:ext cx="1186800" cy="3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Raleway"/>
                <a:ea typeface="Raleway"/>
                <a:cs typeface="Raleway"/>
                <a:sym typeface="Raleway"/>
              </a:rPr>
              <a:t>BODY COPY</a:t>
            </a:r>
            <a:endParaRPr sz="1000">
              <a:latin typeface="Raleway"/>
              <a:ea typeface="Raleway"/>
              <a:cs typeface="Raleway"/>
              <a:sym typeface="Raleway"/>
            </a:endParaRPr>
          </a:p>
        </p:txBody>
      </p:sp>
      <p:cxnSp>
        <p:nvCxnSpPr>
          <p:cNvPr id="192" name="Google Shape;192;p22"/>
          <p:cNvCxnSpPr/>
          <p:nvPr/>
        </p:nvCxnSpPr>
        <p:spPr>
          <a:xfrm>
            <a:off x="1374725" y="3495953"/>
            <a:ext cx="509700" cy="0"/>
          </a:xfrm>
          <a:prstGeom prst="straightConnector1">
            <a:avLst/>
          </a:prstGeom>
          <a:noFill/>
          <a:ln cap="flat" cmpd="sng" w="9525">
            <a:solidFill>
              <a:schemeClr val="dk2"/>
            </a:solidFill>
            <a:prstDash val="dot"/>
            <a:round/>
            <a:headEnd len="med" w="med" type="none"/>
            <a:tailEnd len="med" w="med" type="triangle"/>
          </a:ln>
        </p:spPr>
      </p:cxnSp>
      <p:sp>
        <p:nvSpPr>
          <p:cNvPr id="193" name="Google Shape;193;p22"/>
          <p:cNvSpPr/>
          <p:nvPr/>
        </p:nvSpPr>
        <p:spPr>
          <a:xfrm>
            <a:off x="1931525" y="2460375"/>
            <a:ext cx="6840300" cy="571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latin typeface="EB Garamond"/>
                <a:ea typeface="EB Garamond"/>
                <a:cs typeface="EB Garamond"/>
                <a:sym typeface="EB Garamond"/>
              </a:rPr>
              <a:t>EB Garamond Normal 14 pt. </a:t>
            </a:r>
            <a:endParaRPr>
              <a:solidFill>
                <a:schemeClr val="dk1"/>
              </a:solidFill>
              <a:latin typeface="EB Garamond"/>
              <a:ea typeface="EB Garamond"/>
              <a:cs typeface="EB Garamond"/>
              <a:sym typeface="EB Garamond"/>
            </a:endParaRPr>
          </a:p>
          <a:p>
            <a:pPr indent="0" lvl="0" marL="0" rtl="0" algn="l">
              <a:lnSpc>
                <a:spcPct val="100000"/>
              </a:lnSpc>
              <a:spcBef>
                <a:spcPts val="0"/>
              </a:spcBef>
              <a:spcAft>
                <a:spcPts val="0"/>
              </a:spcAft>
              <a:buNone/>
            </a:pPr>
            <a:r>
              <a:rPr lang="en">
                <a:solidFill>
                  <a:schemeClr val="dk1"/>
                </a:solidFill>
                <a:latin typeface="EB Garamond"/>
                <a:ea typeface="EB Garamond"/>
                <a:cs typeface="EB Garamond"/>
                <a:sym typeface="EB Garamond"/>
              </a:rPr>
              <a:t>(H2 // Type Size 14  pt // Paragraph Spacing: Single)</a:t>
            </a:r>
            <a:endParaRPr>
              <a:solidFill>
                <a:schemeClr val="dk1"/>
              </a:solidFill>
              <a:latin typeface="EB Garamond"/>
              <a:ea typeface="EB Garamond"/>
              <a:cs typeface="EB Garamond"/>
              <a:sym typeface="EB Garamond"/>
            </a:endParaRPr>
          </a:p>
        </p:txBody>
      </p:sp>
      <p:sp>
        <p:nvSpPr>
          <p:cNvPr id="194" name="Google Shape;194;p22"/>
          <p:cNvSpPr/>
          <p:nvPr/>
        </p:nvSpPr>
        <p:spPr>
          <a:xfrm>
            <a:off x="1931525" y="1457730"/>
            <a:ext cx="6840300" cy="8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latin typeface="Cormorant Garamond"/>
                <a:ea typeface="Cormorant Garamond"/>
                <a:cs typeface="Cormorant Garamond"/>
                <a:sym typeface="Cormorant Garamond"/>
              </a:rPr>
              <a:t>CORMORANT GARAMOND BOLD</a:t>
            </a:r>
            <a:endParaRPr b="1" sz="2600">
              <a:latin typeface="Cormorant Garamond"/>
              <a:ea typeface="Cormorant Garamond"/>
              <a:cs typeface="Cormorant Garamond"/>
              <a:sym typeface="Cormorant Garamond"/>
            </a:endParaRPr>
          </a:p>
          <a:p>
            <a:pPr indent="0" lvl="0" marL="0" rtl="0" algn="l">
              <a:spcBef>
                <a:spcPts val="0"/>
              </a:spcBef>
              <a:spcAft>
                <a:spcPts val="0"/>
              </a:spcAft>
              <a:buNone/>
            </a:pPr>
            <a:r>
              <a:rPr lang="en" sz="1200">
                <a:solidFill>
                  <a:schemeClr val="dk1"/>
                </a:solidFill>
                <a:latin typeface="EB Garamond"/>
                <a:ea typeface="EB Garamond"/>
                <a:cs typeface="EB Garamond"/>
                <a:sym typeface="EB Garamond"/>
              </a:rPr>
              <a:t>(H1 // Type Size 26 pt.  // Paragraph Spacing: Single)</a:t>
            </a:r>
            <a:endParaRPr sz="1100">
              <a:solidFill>
                <a:schemeClr val="dk1"/>
              </a:solidFill>
              <a:latin typeface="Raleway"/>
              <a:ea typeface="Raleway"/>
              <a:cs typeface="Raleway"/>
              <a:sym typeface="Raleway"/>
            </a:endParaRPr>
          </a:p>
        </p:txBody>
      </p:sp>
      <p:sp>
        <p:nvSpPr>
          <p:cNvPr id="195" name="Google Shape;195;p22"/>
          <p:cNvSpPr/>
          <p:nvPr/>
        </p:nvSpPr>
        <p:spPr>
          <a:xfrm>
            <a:off x="1931525" y="3294102"/>
            <a:ext cx="6840300" cy="133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EB Garamond"/>
                <a:ea typeface="EB Garamond"/>
                <a:cs typeface="EB Garamond"/>
                <a:sym typeface="EB Garamond"/>
              </a:rPr>
              <a:t>This is an example of body copy text. 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a:t>
            </a:r>
            <a:endParaRPr sz="1100">
              <a:solidFill>
                <a:schemeClr val="dk1"/>
              </a:solidFill>
              <a:latin typeface="EB Garamond"/>
              <a:ea typeface="EB Garamond"/>
              <a:cs typeface="EB Garamond"/>
              <a:sym typeface="EB Garamond"/>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latin typeface="EB Garamond"/>
                <a:ea typeface="EB Garamond"/>
                <a:cs typeface="EB Garamond"/>
                <a:sym typeface="EB Garamond"/>
              </a:rPr>
              <a:t>(</a:t>
            </a:r>
            <a:r>
              <a:rPr lang="en" sz="1100">
                <a:solidFill>
                  <a:schemeClr val="dk1"/>
                </a:solidFill>
                <a:latin typeface="EB Garamond"/>
                <a:ea typeface="EB Garamond"/>
                <a:cs typeface="EB Garamond"/>
                <a:sym typeface="EB Garamond"/>
              </a:rPr>
              <a:t>EB Garamond Normal</a:t>
            </a:r>
            <a:r>
              <a:rPr lang="en" sz="1100">
                <a:solidFill>
                  <a:schemeClr val="dk1"/>
                </a:solidFill>
                <a:latin typeface="EB Garamond"/>
                <a:ea typeface="EB Garamond"/>
                <a:cs typeface="EB Garamond"/>
                <a:sym typeface="EB Garamond"/>
              </a:rPr>
              <a:t> // Type Size 12 pt.  // Paragraph Spacing: 1.15) - DESKTOP VERSION</a:t>
            </a:r>
            <a:endParaRPr sz="1100">
              <a:solidFill>
                <a:schemeClr val="dk1"/>
              </a:solidFill>
              <a:latin typeface="EB Garamond"/>
              <a:ea typeface="EB Garamond"/>
              <a:cs typeface="EB Garamond"/>
              <a:sym typeface="EB Garamond"/>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latin typeface="EB Garamond"/>
                <a:ea typeface="EB Garamond"/>
                <a:cs typeface="EB Garamond"/>
                <a:sym typeface="EB Garamond"/>
              </a:rPr>
              <a:t>(EB Garamond Normal // Type Size 16 pt.  // Paragraph Spacing: 1.15) - MOBILE VERSION</a:t>
            </a:r>
            <a:endParaRPr sz="1100">
              <a:solidFill>
                <a:schemeClr val="dk1"/>
              </a:solidFill>
              <a:latin typeface="EB Garamond"/>
              <a:ea typeface="EB Garamond"/>
              <a:cs typeface="EB Garamond"/>
              <a:sym typeface="EB Garamo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3"/>
          <p:cNvSpPr txBox="1"/>
          <p:nvPr>
            <p:ph type="title"/>
          </p:nvPr>
        </p:nvSpPr>
        <p:spPr>
          <a:xfrm>
            <a:off x="233650" y="164857"/>
            <a:ext cx="8563800" cy="57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TYPOGRAPHY TREATMENT: </a:t>
            </a:r>
            <a:r>
              <a:rPr lang="en">
                <a:solidFill>
                  <a:schemeClr val="dk2"/>
                </a:solidFill>
              </a:rPr>
              <a:t>GOOGLE DOCS/SLIDES</a:t>
            </a:r>
            <a:endParaRPr/>
          </a:p>
        </p:txBody>
      </p:sp>
      <p:sp>
        <p:nvSpPr>
          <p:cNvPr id="201" name="Google Shape;201;p23"/>
          <p:cNvSpPr/>
          <p:nvPr/>
        </p:nvSpPr>
        <p:spPr>
          <a:xfrm>
            <a:off x="2007725" y="2409613"/>
            <a:ext cx="6840300" cy="57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Times New Roman</a:t>
            </a:r>
            <a:r>
              <a:rPr lang="en">
                <a:solidFill>
                  <a:schemeClr val="dk1"/>
                </a:solidFill>
                <a:latin typeface="Times New Roman"/>
                <a:ea typeface="Times New Roman"/>
                <a:cs typeface="Times New Roman"/>
                <a:sym typeface="Times New Roman"/>
              </a:rPr>
              <a:t> 14 pt.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(H2 // Type Size 14pt // Paragraph Spacing: Single)</a:t>
            </a:r>
            <a:endParaRPr>
              <a:solidFill>
                <a:schemeClr val="dk1"/>
              </a:solidFill>
              <a:latin typeface="Times New Roman"/>
              <a:ea typeface="Times New Roman"/>
              <a:cs typeface="Times New Roman"/>
              <a:sym typeface="Times New Roman"/>
            </a:endParaRPr>
          </a:p>
        </p:txBody>
      </p:sp>
      <p:sp>
        <p:nvSpPr>
          <p:cNvPr id="202" name="Google Shape;202;p23"/>
          <p:cNvSpPr/>
          <p:nvPr/>
        </p:nvSpPr>
        <p:spPr>
          <a:xfrm>
            <a:off x="2007725" y="1330768"/>
            <a:ext cx="6840300" cy="81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500">
                <a:latin typeface="Times New Roman"/>
                <a:ea typeface="Times New Roman"/>
                <a:cs typeface="Times New Roman"/>
                <a:sym typeface="Times New Roman"/>
              </a:rPr>
              <a:t>TIMES NEW ROMAN</a:t>
            </a:r>
            <a:endParaRPr sz="2500">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sz="1200">
                <a:solidFill>
                  <a:schemeClr val="dk1"/>
                </a:solidFill>
                <a:latin typeface="EB Garamond"/>
                <a:ea typeface="EB Garamond"/>
                <a:cs typeface="EB Garamond"/>
                <a:sym typeface="EB Garamond"/>
              </a:rPr>
              <a:t>(H1 // Type Size 25 pt.  // Paragraph Spacing: Single)</a:t>
            </a:r>
            <a:endParaRPr sz="1100">
              <a:solidFill>
                <a:schemeClr val="dk1"/>
              </a:solidFill>
              <a:latin typeface="Raleway"/>
              <a:ea typeface="Raleway"/>
              <a:cs typeface="Raleway"/>
              <a:sym typeface="Raleway"/>
            </a:endParaRPr>
          </a:p>
        </p:txBody>
      </p:sp>
      <p:sp>
        <p:nvSpPr>
          <p:cNvPr id="203" name="Google Shape;203;p23"/>
          <p:cNvSpPr/>
          <p:nvPr/>
        </p:nvSpPr>
        <p:spPr>
          <a:xfrm>
            <a:off x="2007725" y="3243328"/>
            <a:ext cx="6840300" cy="110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1"/>
                </a:solidFill>
                <a:latin typeface="Manrope"/>
                <a:ea typeface="Manrope"/>
                <a:cs typeface="Manrope"/>
                <a:sym typeface="Manrope"/>
              </a:rPr>
              <a:t>This is an example of body copy text. 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a:t>
            </a:r>
            <a:br>
              <a:rPr lang="en" sz="1100">
                <a:solidFill>
                  <a:schemeClr val="dk1"/>
                </a:solidFill>
                <a:latin typeface="Manrope"/>
                <a:ea typeface="Manrope"/>
                <a:cs typeface="Manrope"/>
                <a:sym typeface="Manrope"/>
              </a:rPr>
            </a:br>
            <a:endParaRPr sz="1100">
              <a:solidFill>
                <a:schemeClr val="dk1"/>
              </a:solidFill>
              <a:latin typeface="Manrope"/>
              <a:ea typeface="Manrope"/>
              <a:cs typeface="Manrope"/>
              <a:sym typeface="Manrope"/>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latin typeface="Manrope"/>
                <a:ea typeface="Manrope"/>
                <a:cs typeface="Manrope"/>
                <a:sym typeface="Manrope"/>
              </a:rPr>
              <a:t>(Manrope Normal // Type Size 11 pt.  // Paragraph Spacing: 1.15)</a:t>
            </a:r>
            <a:endParaRPr sz="1100">
              <a:solidFill>
                <a:schemeClr val="dk1"/>
              </a:solidFill>
              <a:latin typeface="Manrope"/>
              <a:ea typeface="Manrope"/>
              <a:cs typeface="Manrope"/>
              <a:sym typeface="Manrope"/>
            </a:endParaRPr>
          </a:p>
        </p:txBody>
      </p:sp>
      <p:sp>
        <p:nvSpPr>
          <p:cNvPr id="204" name="Google Shape;204;p23"/>
          <p:cNvSpPr/>
          <p:nvPr/>
        </p:nvSpPr>
        <p:spPr>
          <a:xfrm>
            <a:off x="285600" y="1533154"/>
            <a:ext cx="1186800" cy="3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Raleway"/>
                <a:ea typeface="Raleway"/>
                <a:cs typeface="Raleway"/>
                <a:sym typeface="Raleway"/>
              </a:rPr>
              <a:t>HEADLINE (H1) </a:t>
            </a:r>
            <a:endParaRPr sz="1000">
              <a:latin typeface="Raleway"/>
              <a:ea typeface="Raleway"/>
              <a:cs typeface="Raleway"/>
              <a:sym typeface="Raleway"/>
            </a:endParaRPr>
          </a:p>
        </p:txBody>
      </p:sp>
      <p:cxnSp>
        <p:nvCxnSpPr>
          <p:cNvPr id="205" name="Google Shape;205;p23"/>
          <p:cNvCxnSpPr/>
          <p:nvPr/>
        </p:nvCxnSpPr>
        <p:spPr>
          <a:xfrm>
            <a:off x="1374725" y="1659260"/>
            <a:ext cx="509700" cy="0"/>
          </a:xfrm>
          <a:prstGeom prst="straightConnector1">
            <a:avLst/>
          </a:prstGeom>
          <a:noFill/>
          <a:ln cap="flat" cmpd="sng" w="9525">
            <a:solidFill>
              <a:schemeClr val="dk2"/>
            </a:solidFill>
            <a:prstDash val="dot"/>
            <a:round/>
            <a:headEnd len="med" w="med" type="none"/>
            <a:tailEnd len="med" w="med" type="triangle"/>
          </a:ln>
        </p:spPr>
      </p:cxnSp>
      <p:sp>
        <p:nvSpPr>
          <p:cNvPr id="206" name="Google Shape;206;p23"/>
          <p:cNvSpPr/>
          <p:nvPr/>
        </p:nvSpPr>
        <p:spPr>
          <a:xfrm>
            <a:off x="285600" y="2460379"/>
            <a:ext cx="1186800" cy="3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Raleway"/>
                <a:ea typeface="Raleway"/>
                <a:cs typeface="Raleway"/>
                <a:sym typeface="Raleway"/>
              </a:rPr>
              <a:t>SUB HEAD (H2) </a:t>
            </a:r>
            <a:endParaRPr sz="1000">
              <a:latin typeface="Raleway"/>
              <a:ea typeface="Raleway"/>
              <a:cs typeface="Raleway"/>
              <a:sym typeface="Raleway"/>
            </a:endParaRPr>
          </a:p>
        </p:txBody>
      </p:sp>
      <p:cxnSp>
        <p:nvCxnSpPr>
          <p:cNvPr id="207" name="Google Shape;207;p23"/>
          <p:cNvCxnSpPr/>
          <p:nvPr/>
        </p:nvCxnSpPr>
        <p:spPr>
          <a:xfrm>
            <a:off x="1374725" y="2636863"/>
            <a:ext cx="509700" cy="0"/>
          </a:xfrm>
          <a:prstGeom prst="straightConnector1">
            <a:avLst/>
          </a:prstGeom>
          <a:noFill/>
          <a:ln cap="flat" cmpd="sng" w="9525">
            <a:solidFill>
              <a:schemeClr val="dk2"/>
            </a:solidFill>
            <a:prstDash val="dot"/>
            <a:round/>
            <a:headEnd len="med" w="med" type="none"/>
            <a:tailEnd len="med" w="med" type="triangle"/>
          </a:ln>
        </p:spPr>
      </p:cxnSp>
      <p:sp>
        <p:nvSpPr>
          <p:cNvPr id="208" name="Google Shape;208;p23"/>
          <p:cNvSpPr/>
          <p:nvPr/>
        </p:nvSpPr>
        <p:spPr>
          <a:xfrm>
            <a:off x="285600" y="3319473"/>
            <a:ext cx="1186800" cy="3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Raleway"/>
                <a:ea typeface="Raleway"/>
                <a:cs typeface="Raleway"/>
                <a:sym typeface="Raleway"/>
              </a:rPr>
              <a:t>BODY COPY</a:t>
            </a:r>
            <a:endParaRPr sz="1000">
              <a:latin typeface="Raleway"/>
              <a:ea typeface="Raleway"/>
              <a:cs typeface="Raleway"/>
              <a:sym typeface="Raleway"/>
            </a:endParaRPr>
          </a:p>
        </p:txBody>
      </p:sp>
      <p:cxnSp>
        <p:nvCxnSpPr>
          <p:cNvPr id="209" name="Google Shape;209;p23"/>
          <p:cNvCxnSpPr/>
          <p:nvPr/>
        </p:nvCxnSpPr>
        <p:spPr>
          <a:xfrm>
            <a:off x="1374725" y="3495953"/>
            <a:ext cx="509700" cy="0"/>
          </a:xfrm>
          <a:prstGeom prst="straightConnector1">
            <a:avLst/>
          </a:prstGeom>
          <a:noFill/>
          <a:ln cap="flat" cmpd="sng" w="9525">
            <a:solidFill>
              <a:schemeClr val="dk2"/>
            </a:solidFill>
            <a:prstDash val="dot"/>
            <a:round/>
            <a:headEnd len="med" w="med"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name="MASTER Category of One BrandingTheme">
  <a:themeElements>
    <a:clrScheme name="Simple Light">
      <a:dk1>
        <a:srgbClr val="000000"/>
      </a:dk1>
      <a:lt1>
        <a:srgbClr val="FFFFFF"/>
      </a:lt1>
      <a:dk2>
        <a:srgbClr val="A07F56"/>
      </a:dk2>
      <a:lt2>
        <a:srgbClr val="BCB2A6"/>
      </a:lt2>
      <a:accent1>
        <a:srgbClr val="5D685B"/>
      </a:accent1>
      <a:accent2>
        <a:srgbClr val="607077"/>
      </a:accent2>
      <a:accent3>
        <a:srgbClr val="915335"/>
      </a:accent3>
      <a:accent4>
        <a:srgbClr val="EDE3DA"/>
      </a:accent4>
      <a:accent5>
        <a:srgbClr val="A4A082"/>
      </a:accent5>
      <a:accent6>
        <a:srgbClr val="789094"/>
      </a:accent6>
      <a:hlink>
        <a:srgbClr val="8F827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